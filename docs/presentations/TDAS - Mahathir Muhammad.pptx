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4"/>
    <p:sldMasterId id="2147483701" r:id="rId5"/>
    <p:sldMasterId id="2147483725" r:id="rId6"/>
    <p:sldMasterId id="2147483738" r:id="rId7"/>
    <p:sldMasterId id="2147483793" r:id="rId8"/>
  </p:sldMasterIdLst>
  <p:notesMasterIdLst>
    <p:notesMasterId r:id="rId29"/>
  </p:notesMasterIdLst>
  <p:sldIdLst>
    <p:sldId id="258" r:id="rId9"/>
    <p:sldId id="259" r:id="rId10"/>
    <p:sldId id="369" r:id="rId11"/>
    <p:sldId id="256" r:id="rId12"/>
    <p:sldId id="372" r:id="rId13"/>
    <p:sldId id="261" r:id="rId14"/>
    <p:sldId id="360" r:id="rId15"/>
    <p:sldId id="370" r:id="rId16"/>
    <p:sldId id="362" r:id="rId17"/>
    <p:sldId id="371" r:id="rId18"/>
    <p:sldId id="364" r:id="rId19"/>
    <p:sldId id="363" r:id="rId20"/>
    <p:sldId id="365" r:id="rId21"/>
    <p:sldId id="361" r:id="rId22"/>
    <p:sldId id="267" r:id="rId23"/>
    <p:sldId id="265" r:id="rId24"/>
    <p:sldId id="268" r:id="rId25"/>
    <p:sldId id="269" r:id="rId26"/>
    <p:sldId id="355" r:id="rId27"/>
    <p:sldId id="373" r:id="rId28"/>
  </p:sldIdLst>
  <p:sldSz cx="18288000" cy="10285413"/>
  <p:notesSz cx="6858000" cy="9144000"/>
  <p:defaultTextStyle>
    <a:defPPr>
      <a:defRPr lang="en-US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62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FE3280B-5EA9-B12B-9137-703E52807EEE}" name="Adhi Surahman [MTI]" initials="A[" userId="S::adhi.surahman@merdekabattery.com::42be2bac-9424-4cd8-8aba-98170e5bade0" providerId="AD"/>
  <p188:author id="{CACC51FD-AC22-5F0D-3C49-1A113C8CFB7E}" name="Mahathir Muhammad [MTI]" initials="M[" userId="S::mahathir.muhammad@merdekabattery.com::cfb46ee2-8cc4-4dba-b877-3ba13b43ef7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CCAE"/>
    <a:srgbClr val="FF6B6B"/>
    <a:srgbClr val="1694B2"/>
    <a:srgbClr val="556272"/>
    <a:srgbClr val="FE6B6B"/>
    <a:srgbClr val="CD424C"/>
    <a:srgbClr val="97CAD8"/>
    <a:srgbClr val="DD4A42"/>
    <a:srgbClr val="29DDB4"/>
    <a:srgbClr val="27DD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8FECF5-233F-C113-D5BD-7FCDAF806ACA}" v="29" dt="2025-12-08T00:16:42.309"/>
  </p1510:revLst>
</p1510:revInfo>
</file>

<file path=ppt/tableStyles.xml><?xml version="1.0" encoding="utf-8"?>
<a:tblStyleLst xmlns:a="http://schemas.openxmlformats.org/drawingml/2006/main" def="{5C22544A-7EE6-4342-B048-85BDC9FD1C3A}"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0" autoAdjust="0"/>
    <p:restoredTop sz="78436" autoAdjust="0"/>
  </p:normalViewPr>
  <p:slideViewPr>
    <p:cSldViewPr snapToGrid="0" showGuides="1">
      <p:cViewPr>
        <p:scale>
          <a:sx n="67" d="100"/>
          <a:sy n="67" d="100"/>
        </p:scale>
        <p:origin x="882" y="84"/>
      </p:cViewPr>
      <p:guideLst>
        <p:guide orient="horz" pos="3262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34" Type="http://schemas.microsoft.com/office/2015/10/relationships/revisionInfo" Target="revisionInfo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presProps" Target="presProps.xml"/><Relationship Id="rId35" Type="http://schemas.microsoft.com/office/2018/10/relationships/authors" Target="authors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5A974-2B9D-4DE7-B1FD-B969DD33CD5E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CE44EA-33D9-406B-AA52-45755D8D5C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9100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CE44EA-33D9-406B-AA52-45755D8D5CBE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613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537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24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515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3980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2711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884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561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377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CE44EA-33D9-406B-AA52-45755D8D5CBE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5107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/>
          <p:cNvGrpSpPr/>
          <p:nvPr userDrawn="1"/>
        </p:nvGrpSpPr>
        <p:grpSpPr>
          <a:xfrm>
            <a:off x="5823561" y="4418122"/>
            <a:ext cx="1940630" cy="72008"/>
            <a:chOff x="6119664" y="3270498"/>
            <a:chExt cx="1940630" cy="72008"/>
          </a:xfrm>
        </p:grpSpPr>
        <p:sp>
          <p:nvSpPr>
            <p:cNvPr id="10" name="正方形/長方形 9"/>
            <p:cNvSpPr/>
            <p:nvPr userDrawn="1"/>
          </p:nvSpPr>
          <p:spPr>
            <a:xfrm>
              <a:off x="6765355" y="3270498"/>
              <a:ext cx="648072" cy="720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/>
            <p:cNvSpPr/>
            <p:nvPr userDrawn="1"/>
          </p:nvSpPr>
          <p:spPr>
            <a:xfrm>
              <a:off x="6119664" y="3270498"/>
              <a:ext cx="648072" cy="7200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/>
            <p:cNvSpPr/>
            <p:nvPr userDrawn="1"/>
          </p:nvSpPr>
          <p:spPr>
            <a:xfrm>
              <a:off x="7412222" y="3270498"/>
              <a:ext cx="648072" cy="720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6057900" y="9582811"/>
            <a:ext cx="6172200" cy="547603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10868" y="9600055"/>
            <a:ext cx="1176775" cy="489036"/>
          </a:xfrm>
          <a:prstGeom prst="rect">
            <a:avLst/>
          </a:prstGeom>
        </p:spPr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5712608" y="4698914"/>
            <a:ext cx="8545863" cy="2366282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5712608" y="3578967"/>
            <a:ext cx="8545863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4156530" y="2953658"/>
            <a:ext cx="1391649" cy="1117600"/>
          </a:xfrm>
          <a:custGeom>
            <a:avLst/>
            <a:gdLst/>
            <a:ahLst/>
            <a:cxnLst/>
            <a:rect l="l" t="t" r="r" b="b"/>
            <a:pathLst>
              <a:path w="1391649" h="1117600">
                <a:moveTo>
                  <a:pt x="641350" y="0"/>
                </a:moveTo>
                <a:cubicBezTo>
                  <a:pt x="995558" y="0"/>
                  <a:pt x="1282700" y="250183"/>
                  <a:pt x="1282700" y="558800"/>
                </a:cubicBezTo>
                <a:cubicBezTo>
                  <a:pt x="1282700" y="678010"/>
                  <a:pt x="1239857" y="788500"/>
                  <a:pt x="1166143" y="878649"/>
                </a:cubicBezTo>
                <a:cubicBezTo>
                  <a:pt x="1228612" y="951179"/>
                  <a:pt x="1306525" y="1002662"/>
                  <a:pt x="1391649" y="1064962"/>
                </a:cubicBezTo>
                <a:lnTo>
                  <a:pt x="1016117" y="1010533"/>
                </a:lnTo>
                <a:cubicBezTo>
                  <a:pt x="911360" y="1078369"/>
                  <a:pt x="781613" y="1117600"/>
                  <a:pt x="641350" y="1117600"/>
                </a:cubicBezTo>
                <a:cubicBezTo>
                  <a:pt x="287142" y="1117600"/>
                  <a:pt x="0" y="867417"/>
                  <a:pt x="0" y="558800"/>
                </a:cubicBezTo>
                <a:cubicBezTo>
                  <a:pt x="0" y="250183"/>
                  <a:pt x="287142" y="0"/>
                  <a:pt x="641350" y="0"/>
                </a:cubicBezTo>
                <a:close/>
              </a:path>
            </a:pathLst>
          </a:cu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510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"/>
                            </p:stCondLst>
                            <p:childTnLst>
                              <p:par>
                                <p:cTn id="14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4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 userDrawn="1"/>
        </p:nvSpPr>
        <p:spPr>
          <a:xfrm>
            <a:off x="7396828" y="4969665"/>
            <a:ext cx="648072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6751137" y="4969665"/>
            <a:ext cx="648072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8043695" y="4969665"/>
            <a:ext cx="648072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6057900" y="9582811"/>
            <a:ext cx="6172200" cy="547603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>
          <a:xfrm>
            <a:off x="17110868" y="9600055"/>
            <a:ext cx="1176775" cy="489036"/>
          </a:xfrm>
          <a:prstGeom prst="rect">
            <a:avLst/>
          </a:prstGeom>
        </p:spPr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テキスト プレースホルダー 12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6669212" y="5250457"/>
            <a:ext cx="8545863" cy="2366282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12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233749" y="2732842"/>
            <a:ext cx="6574129" cy="2144700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7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Put a 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38176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00"/>
                            </p:stCondLst>
                            <p:childTnLst>
                              <p:par>
                                <p:cTn id="1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11" grpId="0" animBg="1"/>
      <p:bldP spid="13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正方形/長方形 4"/>
          <p:cNvSpPr/>
          <p:nvPr userDrawn="1"/>
        </p:nvSpPr>
        <p:spPr>
          <a:xfrm>
            <a:off x="0" y="0"/>
            <a:ext cx="18287643" cy="35414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図プレースホルダー 6"/>
          <p:cNvSpPr>
            <a:spLocks noGrp="1"/>
          </p:cNvSpPr>
          <p:nvPr>
            <p:ph type="pic" sz="quarter" idx="12" hasCustomPrompt="1"/>
          </p:nvPr>
        </p:nvSpPr>
        <p:spPr>
          <a:xfrm>
            <a:off x="2696029" y="1767115"/>
            <a:ext cx="3548742" cy="3548742"/>
          </a:xfrm>
          <a:solidFill>
            <a:schemeClr val="bg1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8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6491101" y="2162629"/>
            <a:ext cx="9211879" cy="1219199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5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9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6505615" y="3609069"/>
            <a:ext cx="9211879" cy="1340304"/>
          </a:xfrm>
        </p:spPr>
        <p:txBody>
          <a:bodyPr anchor="t">
            <a:noAutofit/>
          </a:bodyPr>
          <a:lstStyle>
            <a:lvl1pPr algn="l">
              <a:lnSpc>
                <a:spcPct val="13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2696029" y="5544457"/>
            <a:ext cx="13021465" cy="1516966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円/楕円 4"/>
          <p:cNvSpPr/>
          <p:nvPr userDrawn="1"/>
        </p:nvSpPr>
        <p:spPr>
          <a:xfrm>
            <a:off x="1070429" y="7318828"/>
            <a:ext cx="1136515" cy="1138145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25"/>
          <p:cNvSpPr>
            <a:spLocks noGrp="1"/>
          </p:cNvSpPr>
          <p:nvPr>
            <p:ph type="pic" sz="quarter" idx="16" hasCustomPrompt="1"/>
          </p:nvPr>
        </p:nvSpPr>
        <p:spPr>
          <a:xfrm>
            <a:off x="1323686" y="7572900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2349781" y="7899153"/>
            <a:ext cx="3998405" cy="562841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2349781" y="7315496"/>
            <a:ext cx="3998405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Put a word</a:t>
            </a:r>
            <a:endParaRPr kumimoji="1" lang="ja-JP" altLang="en-US" dirty="0"/>
          </a:p>
        </p:txBody>
      </p:sp>
      <p:sp>
        <p:nvSpPr>
          <p:cNvPr id="15" name="円/楕円 4"/>
          <p:cNvSpPr/>
          <p:nvPr userDrawn="1"/>
        </p:nvSpPr>
        <p:spPr>
          <a:xfrm>
            <a:off x="6517930" y="7318828"/>
            <a:ext cx="1136515" cy="1138145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図プレースホルダー 25"/>
          <p:cNvSpPr>
            <a:spLocks noGrp="1"/>
          </p:cNvSpPr>
          <p:nvPr>
            <p:ph type="pic" sz="quarter" idx="19" hasCustomPrompt="1"/>
          </p:nvPr>
        </p:nvSpPr>
        <p:spPr>
          <a:xfrm>
            <a:off x="6771187" y="7572900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7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7797282" y="7899153"/>
            <a:ext cx="3998405" cy="562841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12"/>
          <p:cNvSpPr>
            <a:spLocks noGrp="1"/>
          </p:cNvSpPr>
          <p:nvPr>
            <p:ph type="body" sz="quarter" idx="21" hasCustomPrompt="1"/>
          </p:nvPr>
        </p:nvSpPr>
        <p:spPr>
          <a:xfrm>
            <a:off x="7797282" y="7315496"/>
            <a:ext cx="3998405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Put a word</a:t>
            </a:r>
            <a:endParaRPr kumimoji="1" lang="ja-JP" altLang="en-US" dirty="0"/>
          </a:p>
        </p:txBody>
      </p:sp>
      <p:sp>
        <p:nvSpPr>
          <p:cNvPr id="19" name="円/楕円 4"/>
          <p:cNvSpPr/>
          <p:nvPr userDrawn="1"/>
        </p:nvSpPr>
        <p:spPr>
          <a:xfrm>
            <a:off x="11981156" y="7318828"/>
            <a:ext cx="1136515" cy="1138145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図プレースホルダー 25"/>
          <p:cNvSpPr>
            <a:spLocks noGrp="1"/>
          </p:cNvSpPr>
          <p:nvPr>
            <p:ph type="pic" sz="quarter" idx="22" hasCustomPrompt="1"/>
          </p:nvPr>
        </p:nvSpPr>
        <p:spPr>
          <a:xfrm>
            <a:off x="12234413" y="7572900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1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13260508" y="7899153"/>
            <a:ext cx="3998405" cy="562841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13260508" y="7315496"/>
            <a:ext cx="3998405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Put a 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78255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65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315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65"/>
                            </p:stCondLst>
                            <p:childTnLst>
                              <p:par>
                                <p:cTn id="2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65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65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65"/>
                            </p:stCondLst>
                            <p:childTnLst>
                              <p:par>
                                <p:cTn id="4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65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565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065"/>
                            </p:stCondLst>
                            <p:childTnLst>
                              <p:par>
                                <p:cTn id="68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565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065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3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animBg="1"/>
      <p:bldP spid="12" grpId="0"/>
      <p:bldP spid="1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/>
      <p:bldP spid="16" grpId="0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0" grpId="0"/>
      <p:bldP spid="2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0"/>
            <a:ext cx="18287643" cy="35414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図プレースホルダー 31"/>
          <p:cNvSpPr>
            <a:spLocks noGrp="1"/>
          </p:cNvSpPr>
          <p:nvPr>
            <p:ph type="pic" sz="quarter" idx="32" hasCustomPrompt="1"/>
          </p:nvPr>
        </p:nvSpPr>
        <p:spPr>
          <a:xfrm>
            <a:off x="1217446" y="1271786"/>
            <a:ext cx="6504961" cy="4045273"/>
          </a:xfrm>
          <a:custGeom>
            <a:avLst/>
            <a:gdLst>
              <a:gd name="connsiteX0" fmla="*/ 984238 w 6504961"/>
              <a:gd name="connsiteY0" fmla="*/ 3553896 h 4045273"/>
              <a:gd name="connsiteX1" fmla="*/ 1475615 w 6504961"/>
              <a:gd name="connsiteY1" fmla="*/ 3553896 h 4045273"/>
              <a:gd name="connsiteX2" fmla="*/ 1475615 w 6504961"/>
              <a:gd name="connsiteY2" fmla="*/ 4045273 h 4045273"/>
              <a:gd name="connsiteX3" fmla="*/ 984238 w 6504961"/>
              <a:gd name="connsiteY3" fmla="*/ 4045273 h 4045273"/>
              <a:gd name="connsiteX4" fmla="*/ 0 w 6504961"/>
              <a:gd name="connsiteY4" fmla="*/ 3551920 h 4045273"/>
              <a:gd name="connsiteX5" fmla="*/ 491377 w 6504961"/>
              <a:gd name="connsiteY5" fmla="*/ 3551920 h 4045273"/>
              <a:gd name="connsiteX6" fmla="*/ 491377 w 6504961"/>
              <a:gd name="connsiteY6" fmla="*/ 4043297 h 4045273"/>
              <a:gd name="connsiteX7" fmla="*/ 0 w 6504961"/>
              <a:gd name="connsiteY7" fmla="*/ 4043297 h 4045273"/>
              <a:gd name="connsiteX8" fmla="*/ 492861 w 6504961"/>
              <a:gd name="connsiteY8" fmla="*/ 3060543 h 4045273"/>
              <a:gd name="connsiteX9" fmla="*/ 984238 w 6504961"/>
              <a:gd name="connsiteY9" fmla="*/ 3060543 h 4045273"/>
              <a:gd name="connsiteX10" fmla="*/ 984238 w 6504961"/>
              <a:gd name="connsiteY10" fmla="*/ 3551920 h 4045273"/>
              <a:gd name="connsiteX11" fmla="*/ 492861 w 6504961"/>
              <a:gd name="connsiteY11" fmla="*/ 3551920 h 4045273"/>
              <a:gd name="connsiteX12" fmla="*/ 5518702 w 6504961"/>
              <a:gd name="connsiteY12" fmla="*/ 499760 h 4045273"/>
              <a:gd name="connsiteX13" fmla="*/ 6010079 w 6504961"/>
              <a:gd name="connsiteY13" fmla="*/ 499760 h 4045273"/>
              <a:gd name="connsiteX14" fmla="*/ 6010079 w 6504961"/>
              <a:gd name="connsiteY14" fmla="*/ 991137 h 4045273"/>
              <a:gd name="connsiteX15" fmla="*/ 5518702 w 6504961"/>
              <a:gd name="connsiteY15" fmla="*/ 991137 h 4045273"/>
              <a:gd name="connsiteX16" fmla="*/ 1478583 w 6504961"/>
              <a:gd name="connsiteY16" fmla="*/ 495329 h 4045273"/>
              <a:gd name="connsiteX17" fmla="*/ 5027325 w 6504961"/>
              <a:gd name="connsiteY17" fmla="*/ 495329 h 4045273"/>
              <a:gd name="connsiteX18" fmla="*/ 5027325 w 6504961"/>
              <a:gd name="connsiteY18" fmla="*/ 4044071 h 4045273"/>
              <a:gd name="connsiteX19" fmla="*/ 1478583 w 6504961"/>
              <a:gd name="connsiteY19" fmla="*/ 4044071 h 4045273"/>
              <a:gd name="connsiteX20" fmla="*/ 6010079 w 6504961"/>
              <a:gd name="connsiteY20" fmla="*/ 0 h 4045273"/>
              <a:gd name="connsiteX21" fmla="*/ 6504961 w 6504961"/>
              <a:gd name="connsiteY21" fmla="*/ 0 h 4045273"/>
              <a:gd name="connsiteX22" fmla="*/ 6504961 w 6504961"/>
              <a:gd name="connsiteY22" fmla="*/ 494882 h 4045273"/>
              <a:gd name="connsiteX23" fmla="*/ 6010079 w 6504961"/>
              <a:gd name="connsiteY23" fmla="*/ 494882 h 4045273"/>
              <a:gd name="connsiteX24" fmla="*/ 5027325 w 6504961"/>
              <a:gd name="connsiteY24" fmla="*/ 0 h 4045273"/>
              <a:gd name="connsiteX25" fmla="*/ 5518702 w 6504961"/>
              <a:gd name="connsiteY25" fmla="*/ 0 h 4045273"/>
              <a:gd name="connsiteX26" fmla="*/ 5518702 w 6504961"/>
              <a:gd name="connsiteY26" fmla="*/ 491377 h 4045273"/>
              <a:gd name="connsiteX27" fmla="*/ 5027325 w 6504961"/>
              <a:gd name="connsiteY27" fmla="*/ 491377 h 4045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504961" h="4045273">
                <a:moveTo>
                  <a:pt x="984238" y="3553896"/>
                </a:moveTo>
                <a:lnTo>
                  <a:pt x="1475615" y="3553896"/>
                </a:lnTo>
                <a:lnTo>
                  <a:pt x="1475615" y="4045273"/>
                </a:lnTo>
                <a:lnTo>
                  <a:pt x="984238" y="4045273"/>
                </a:lnTo>
                <a:close/>
                <a:moveTo>
                  <a:pt x="0" y="3551920"/>
                </a:moveTo>
                <a:lnTo>
                  <a:pt x="491377" y="3551920"/>
                </a:lnTo>
                <a:lnTo>
                  <a:pt x="491377" y="4043297"/>
                </a:lnTo>
                <a:lnTo>
                  <a:pt x="0" y="4043297"/>
                </a:lnTo>
                <a:close/>
                <a:moveTo>
                  <a:pt x="492861" y="3060543"/>
                </a:moveTo>
                <a:lnTo>
                  <a:pt x="984238" y="3060543"/>
                </a:lnTo>
                <a:lnTo>
                  <a:pt x="984238" y="3551920"/>
                </a:lnTo>
                <a:lnTo>
                  <a:pt x="492861" y="3551920"/>
                </a:lnTo>
                <a:close/>
                <a:moveTo>
                  <a:pt x="5518702" y="499760"/>
                </a:moveTo>
                <a:lnTo>
                  <a:pt x="6010079" y="499760"/>
                </a:lnTo>
                <a:lnTo>
                  <a:pt x="6010079" y="991137"/>
                </a:lnTo>
                <a:lnTo>
                  <a:pt x="5518702" y="991137"/>
                </a:lnTo>
                <a:close/>
                <a:moveTo>
                  <a:pt x="1478583" y="495329"/>
                </a:moveTo>
                <a:lnTo>
                  <a:pt x="5027325" y="495329"/>
                </a:lnTo>
                <a:lnTo>
                  <a:pt x="5027325" y="4044071"/>
                </a:lnTo>
                <a:lnTo>
                  <a:pt x="1478583" y="4044071"/>
                </a:lnTo>
                <a:close/>
                <a:moveTo>
                  <a:pt x="6010079" y="0"/>
                </a:moveTo>
                <a:lnTo>
                  <a:pt x="6504961" y="0"/>
                </a:lnTo>
                <a:lnTo>
                  <a:pt x="6504961" y="494882"/>
                </a:lnTo>
                <a:lnTo>
                  <a:pt x="6010079" y="494882"/>
                </a:lnTo>
                <a:close/>
                <a:moveTo>
                  <a:pt x="5027325" y="0"/>
                </a:moveTo>
                <a:lnTo>
                  <a:pt x="5518702" y="0"/>
                </a:lnTo>
                <a:lnTo>
                  <a:pt x="5518702" y="491377"/>
                </a:lnTo>
                <a:lnTo>
                  <a:pt x="5027325" y="49137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2000"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6491101" y="2162629"/>
            <a:ext cx="9211879" cy="1219199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5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9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6505615" y="3609069"/>
            <a:ext cx="9211879" cy="1340304"/>
          </a:xfrm>
        </p:spPr>
        <p:txBody>
          <a:bodyPr anchor="t">
            <a:noAutofit/>
          </a:bodyPr>
          <a:lstStyle>
            <a:lvl1pPr algn="l">
              <a:lnSpc>
                <a:spcPct val="13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2696029" y="5544457"/>
            <a:ext cx="13021465" cy="1516966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円/楕円 4"/>
          <p:cNvSpPr/>
          <p:nvPr userDrawn="1"/>
        </p:nvSpPr>
        <p:spPr>
          <a:xfrm>
            <a:off x="1070429" y="7318828"/>
            <a:ext cx="1136515" cy="1138145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25"/>
          <p:cNvSpPr>
            <a:spLocks noGrp="1"/>
          </p:cNvSpPr>
          <p:nvPr>
            <p:ph type="pic" sz="quarter" idx="16" hasCustomPrompt="1"/>
          </p:nvPr>
        </p:nvSpPr>
        <p:spPr>
          <a:xfrm>
            <a:off x="1323686" y="7572900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2349781" y="7899153"/>
            <a:ext cx="3998405" cy="562841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2349781" y="7315496"/>
            <a:ext cx="3998405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Put a word</a:t>
            </a:r>
            <a:endParaRPr kumimoji="1" lang="ja-JP" altLang="en-US" dirty="0"/>
          </a:p>
        </p:txBody>
      </p:sp>
      <p:sp>
        <p:nvSpPr>
          <p:cNvPr id="15" name="円/楕円 4"/>
          <p:cNvSpPr/>
          <p:nvPr userDrawn="1"/>
        </p:nvSpPr>
        <p:spPr>
          <a:xfrm>
            <a:off x="6517930" y="7318828"/>
            <a:ext cx="1136515" cy="1138145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図プレースホルダー 25"/>
          <p:cNvSpPr>
            <a:spLocks noGrp="1"/>
          </p:cNvSpPr>
          <p:nvPr>
            <p:ph type="pic" sz="quarter" idx="19" hasCustomPrompt="1"/>
          </p:nvPr>
        </p:nvSpPr>
        <p:spPr>
          <a:xfrm>
            <a:off x="6771187" y="7572900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7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7797282" y="7899153"/>
            <a:ext cx="3998405" cy="562841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12"/>
          <p:cNvSpPr>
            <a:spLocks noGrp="1"/>
          </p:cNvSpPr>
          <p:nvPr>
            <p:ph type="body" sz="quarter" idx="21" hasCustomPrompt="1"/>
          </p:nvPr>
        </p:nvSpPr>
        <p:spPr>
          <a:xfrm>
            <a:off x="7797282" y="7315496"/>
            <a:ext cx="3998405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Put a word</a:t>
            </a:r>
            <a:endParaRPr kumimoji="1" lang="ja-JP" altLang="en-US" dirty="0"/>
          </a:p>
        </p:txBody>
      </p:sp>
      <p:sp>
        <p:nvSpPr>
          <p:cNvPr id="19" name="円/楕円 4"/>
          <p:cNvSpPr/>
          <p:nvPr userDrawn="1"/>
        </p:nvSpPr>
        <p:spPr>
          <a:xfrm>
            <a:off x="11981156" y="7318828"/>
            <a:ext cx="1136515" cy="1138145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図プレースホルダー 25"/>
          <p:cNvSpPr>
            <a:spLocks noGrp="1"/>
          </p:cNvSpPr>
          <p:nvPr>
            <p:ph type="pic" sz="quarter" idx="22" hasCustomPrompt="1"/>
          </p:nvPr>
        </p:nvSpPr>
        <p:spPr>
          <a:xfrm>
            <a:off x="12234413" y="7572900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1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13260508" y="7899153"/>
            <a:ext cx="3998405" cy="562841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13260508" y="7315496"/>
            <a:ext cx="3998405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Put a 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97672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5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315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65"/>
                            </p:stCondLst>
                            <p:childTnLst>
                              <p:par>
                                <p:cTn id="2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65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65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65"/>
                            </p:stCondLst>
                            <p:childTnLst>
                              <p:par>
                                <p:cTn id="4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65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565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065"/>
                            </p:stCondLst>
                            <p:childTnLst>
                              <p:par>
                                <p:cTn id="6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565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065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2" grpId="0" animBg="1"/>
      <p:bldP spid="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3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animBg="1"/>
      <p:bldP spid="12" grpId="0"/>
      <p:bldP spid="1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/>
      <p:bldP spid="16" grpId="0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0" grpId="0"/>
      <p:bldP spid="2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図プレースホルダー 15"/>
          <p:cNvSpPr>
            <a:spLocks noGrp="1"/>
          </p:cNvSpPr>
          <p:nvPr>
            <p:ph type="pic" sz="quarter" idx="36" hasCustomPrompt="1"/>
          </p:nvPr>
        </p:nvSpPr>
        <p:spPr>
          <a:xfrm>
            <a:off x="0" y="-794"/>
            <a:ext cx="18287642" cy="7086707"/>
          </a:xfrm>
          <a:custGeom>
            <a:avLst/>
            <a:gdLst>
              <a:gd name="connsiteX0" fmla="*/ 0 w 18287642"/>
              <a:gd name="connsiteY0" fmla="*/ 6438707 h 7086707"/>
              <a:gd name="connsiteX1" fmla="*/ 648000 w 18287642"/>
              <a:gd name="connsiteY1" fmla="*/ 6438707 h 7086707"/>
              <a:gd name="connsiteX2" fmla="*/ 648000 w 18287642"/>
              <a:gd name="connsiteY2" fmla="*/ 7086707 h 7086707"/>
              <a:gd name="connsiteX3" fmla="*/ 0 w 18287642"/>
              <a:gd name="connsiteY3" fmla="*/ 7086707 h 7086707"/>
              <a:gd name="connsiteX4" fmla="*/ 648000 w 18287642"/>
              <a:gd name="connsiteY4" fmla="*/ 5790707 h 7086707"/>
              <a:gd name="connsiteX5" fmla="*/ 1296000 w 18287642"/>
              <a:gd name="connsiteY5" fmla="*/ 5790707 h 7086707"/>
              <a:gd name="connsiteX6" fmla="*/ 1296000 w 18287642"/>
              <a:gd name="connsiteY6" fmla="*/ 6438707 h 7086707"/>
              <a:gd name="connsiteX7" fmla="*/ 648000 w 18287642"/>
              <a:gd name="connsiteY7" fmla="*/ 6438707 h 7086707"/>
              <a:gd name="connsiteX8" fmla="*/ 0 w 18287642"/>
              <a:gd name="connsiteY8" fmla="*/ 0 h 7086707"/>
              <a:gd name="connsiteX9" fmla="*/ 18287642 w 18287642"/>
              <a:gd name="connsiteY9" fmla="*/ 0 h 7086707"/>
              <a:gd name="connsiteX10" fmla="*/ 18287642 w 18287642"/>
              <a:gd name="connsiteY10" fmla="*/ 5142707 h 7086707"/>
              <a:gd name="connsiteX11" fmla="*/ 1944000 w 18287642"/>
              <a:gd name="connsiteY11" fmla="*/ 5142707 h 7086707"/>
              <a:gd name="connsiteX12" fmla="*/ 1944000 w 18287642"/>
              <a:gd name="connsiteY12" fmla="*/ 5790707 h 7086707"/>
              <a:gd name="connsiteX13" fmla="*/ 1296000 w 18287642"/>
              <a:gd name="connsiteY13" fmla="*/ 5790707 h 7086707"/>
              <a:gd name="connsiteX14" fmla="*/ 1296000 w 18287642"/>
              <a:gd name="connsiteY14" fmla="*/ 5142707 h 7086707"/>
              <a:gd name="connsiteX15" fmla="*/ 648000 w 18287642"/>
              <a:gd name="connsiteY15" fmla="*/ 5142707 h 7086707"/>
              <a:gd name="connsiteX16" fmla="*/ 648000 w 18287642"/>
              <a:gd name="connsiteY16" fmla="*/ 5790707 h 7086707"/>
              <a:gd name="connsiteX17" fmla="*/ 0 w 18287642"/>
              <a:gd name="connsiteY17" fmla="*/ 5790707 h 7086707"/>
              <a:gd name="connsiteX18" fmla="*/ 0 w 18287642"/>
              <a:gd name="connsiteY18" fmla="*/ 5142707 h 7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8287642" h="7086707">
                <a:moveTo>
                  <a:pt x="0" y="6438707"/>
                </a:moveTo>
                <a:lnTo>
                  <a:pt x="648000" y="6438707"/>
                </a:lnTo>
                <a:lnTo>
                  <a:pt x="648000" y="7086707"/>
                </a:lnTo>
                <a:lnTo>
                  <a:pt x="0" y="7086707"/>
                </a:lnTo>
                <a:close/>
                <a:moveTo>
                  <a:pt x="648000" y="5790707"/>
                </a:moveTo>
                <a:lnTo>
                  <a:pt x="1296000" y="5790707"/>
                </a:lnTo>
                <a:lnTo>
                  <a:pt x="1296000" y="6438707"/>
                </a:lnTo>
                <a:lnTo>
                  <a:pt x="648000" y="6438707"/>
                </a:lnTo>
                <a:close/>
                <a:moveTo>
                  <a:pt x="0" y="0"/>
                </a:moveTo>
                <a:lnTo>
                  <a:pt x="18287642" y="0"/>
                </a:lnTo>
                <a:lnTo>
                  <a:pt x="18287642" y="5142707"/>
                </a:lnTo>
                <a:lnTo>
                  <a:pt x="1944000" y="5142707"/>
                </a:lnTo>
                <a:lnTo>
                  <a:pt x="1944000" y="5790707"/>
                </a:lnTo>
                <a:lnTo>
                  <a:pt x="1296000" y="5790707"/>
                </a:lnTo>
                <a:lnTo>
                  <a:pt x="1296000" y="5142707"/>
                </a:lnTo>
                <a:lnTo>
                  <a:pt x="648000" y="5142707"/>
                </a:lnTo>
                <a:lnTo>
                  <a:pt x="648000" y="5790707"/>
                </a:lnTo>
                <a:lnTo>
                  <a:pt x="0" y="5790707"/>
                </a:lnTo>
                <a:lnTo>
                  <a:pt x="0" y="514270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2" hasCustomPrompt="1"/>
          </p:nvPr>
        </p:nvSpPr>
        <p:spPr>
          <a:xfrm>
            <a:off x="1363663" y="0"/>
            <a:ext cx="7504566" cy="1028541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23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9061250" y="3122656"/>
            <a:ext cx="8167207" cy="1219199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5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25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9061250" y="5347380"/>
            <a:ext cx="8167207" cy="2882219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9061250" y="4283799"/>
            <a:ext cx="8167207" cy="714166"/>
          </a:xfrm>
        </p:spPr>
        <p:txBody>
          <a:bodyPr anchor="t">
            <a:noAutofit/>
          </a:bodyPr>
          <a:lstStyle>
            <a:lvl1pPr algn="l">
              <a:lnSpc>
                <a:spcPct val="13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42210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8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2" presetClass="entr" presetSubtype="3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6" grpId="0"/>
      <p:bldP spid="6" grpId="1"/>
      <p:bldP spid="23" grpId="0" build="p">
        <p:tmplLst>
          <p:tmpl lvl="1">
            <p:tnLst>
              <p:par>
                <p:cTn presetID="2" presetClass="entr" presetSubtype="3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>
        <p:tmplLst>
          <p:tmpl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iterate type="lt">
                    <p:tmPct val="3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, Heading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7" name="図プレースホルダー 46"/>
          <p:cNvSpPr>
            <a:spLocks noGrp="1"/>
          </p:cNvSpPr>
          <p:nvPr>
            <p:ph type="pic" sz="quarter" idx="21" hasCustomPrompt="1"/>
          </p:nvPr>
        </p:nvSpPr>
        <p:spPr>
          <a:xfrm>
            <a:off x="5439454" y="1391478"/>
            <a:ext cx="7409092" cy="3478887"/>
          </a:xfrm>
          <a:custGeom>
            <a:avLst/>
            <a:gdLst>
              <a:gd name="connsiteX0" fmla="*/ 6753718 w 7409092"/>
              <a:gd name="connsiteY0" fmla="*/ 2823513 h 3478887"/>
              <a:gd name="connsiteX1" fmla="*/ 7409092 w 7409092"/>
              <a:gd name="connsiteY1" fmla="*/ 2823513 h 3478887"/>
              <a:gd name="connsiteX2" fmla="*/ 7409092 w 7409092"/>
              <a:gd name="connsiteY2" fmla="*/ 3478887 h 3478887"/>
              <a:gd name="connsiteX3" fmla="*/ 6753718 w 7409092"/>
              <a:gd name="connsiteY3" fmla="*/ 3478887 h 3478887"/>
              <a:gd name="connsiteX4" fmla="*/ 6098344 w 7409092"/>
              <a:gd name="connsiteY4" fmla="*/ 2145252 h 3478887"/>
              <a:gd name="connsiteX5" fmla="*/ 6753718 w 7409092"/>
              <a:gd name="connsiteY5" fmla="*/ 2145252 h 3478887"/>
              <a:gd name="connsiteX6" fmla="*/ 6753718 w 7409092"/>
              <a:gd name="connsiteY6" fmla="*/ 2800626 h 3478887"/>
              <a:gd name="connsiteX7" fmla="*/ 6098344 w 7409092"/>
              <a:gd name="connsiteY7" fmla="*/ 2800626 h 3478887"/>
              <a:gd name="connsiteX8" fmla="*/ 655374 w 7409092"/>
              <a:gd name="connsiteY8" fmla="*/ 655374 h 3478887"/>
              <a:gd name="connsiteX9" fmla="*/ 1310748 w 7409092"/>
              <a:gd name="connsiteY9" fmla="*/ 655374 h 3478887"/>
              <a:gd name="connsiteX10" fmla="*/ 1310748 w 7409092"/>
              <a:gd name="connsiteY10" fmla="*/ 1310748 h 3478887"/>
              <a:gd name="connsiteX11" fmla="*/ 655374 w 7409092"/>
              <a:gd name="connsiteY11" fmla="*/ 1310748 h 3478887"/>
              <a:gd name="connsiteX12" fmla="*/ 1310748 w 7409092"/>
              <a:gd name="connsiteY12" fmla="*/ 0 h 3478887"/>
              <a:gd name="connsiteX13" fmla="*/ 1966122 w 7409092"/>
              <a:gd name="connsiteY13" fmla="*/ 0 h 3478887"/>
              <a:gd name="connsiteX14" fmla="*/ 5422122 w 7409092"/>
              <a:gd name="connsiteY14" fmla="*/ 0 h 3478887"/>
              <a:gd name="connsiteX15" fmla="*/ 5422122 w 7409092"/>
              <a:gd name="connsiteY15" fmla="*/ 1481843 h 3478887"/>
              <a:gd name="connsiteX16" fmla="*/ 6077496 w 7409092"/>
              <a:gd name="connsiteY16" fmla="*/ 1481843 h 3478887"/>
              <a:gd name="connsiteX17" fmla="*/ 6077496 w 7409092"/>
              <a:gd name="connsiteY17" fmla="*/ 2137217 h 3478887"/>
              <a:gd name="connsiteX18" fmla="*/ 5422122 w 7409092"/>
              <a:gd name="connsiteY18" fmla="*/ 2137217 h 3478887"/>
              <a:gd name="connsiteX19" fmla="*/ 5422122 w 7409092"/>
              <a:gd name="connsiteY19" fmla="*/ 2800626 h 3478887"/>
              <a:gd name="connsiteX20" fmla="*/ 6077496 w 7409092"/>
              <a:gd name="connsiteY20" fmla="*/ 2800626 h 3478887"/>
              <a:gd name="connsiteX21" fmla="*/ 6077496 w 7409092"/>
              <a:gd name="connsiteY21" fmla="*/ 3456000 h 3478887"/>
              <a:gd name="connsiteX22" fmla="*/ 5422122 w 7409092"/>
              <a:gd name="connsiteY22" fmla="*/ 3456000 h 3478887"/>
              <a:gd name="connsiteX23" fmla="*/ 1966122 w 7409092"/>
              <a:gd name="connsiteY23" fmla="*/ 3456000 h 3478887"/>
              <a:gd name="connsiteX24" fmla="*/ 1966122 w 7409092"/>
              <a:gd name="connsiteY24" fmla="*/ 1966122 h 3478887"/>
              <a:gd name="connsiteX25" fmla="*/ 1310748 w 7409092"/>
              <a:gd name="connsiteY25" fmla="*/ 1966122 h 3478887"/>
              <a:gd name="connsiteX26" fmla="*/ 1310748 w 7409092"/>
              <a:gd name="connsiteY26" fmla="*/ 1310748 h 3478887"/>
              <a:gd name="connsiteX27" fmla="*/ 1966122 w 7409092"/>
              <a:gd name="connsiteY27" fmla="*/ 1310748 h 3478887"/>
              <a:gd name="connsiteX28" fmla="*/ 1966122 w 7409092"/>
              <a:gd name="connsiteY28" fmla="*/ 655374 h 3478887"/>
              <a:gd name="connsiteX29" fmla="*/ 1310748 w 7409092"/>
              <a:gd name="connsiteY29" fmla="*/ 655374 h 3478887"/>
              <a:gd name="connsiteX30" fmla="*/ 0 w 7409092"/>
              <a:gd name="connsiteY30" fmla="*/ 0 h 3478887"/>
              <a:gd name="connsiteX31" fmla="*/ 655374 w 7409092"/>
              <a:gd name="connsiteY31" fmla="*/ 0 h 3478887"/>
              <a:gd name="connsiteX32" fmla="*/ 655374 w 7409092"/>
              <a:gd name="connsiteY32" fmla="*/ 655374 h 3478887"/>
              <a:gd name="connsiteX33" fmla="*/ 0 w 7409092"/>
              <a:gd name="connsiteY33" fmla="*/ 655374 h 3478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7409092" h="3478887">
                <a:moveTo>
                  <a:pt x="6753718" y="2823513"/>
                </a:moveTo>
                <a:lnTo>
                  <a:pt x="7409092" y="2823513"/>
                </a:lnTo>
                <a:lnTo>
                  <a:pt x="7409092" y="3478887"/>
                </a:lnTo>
                <a:lnTo>
                  <a:pt x="6753718" y="3478887"/>
                </a:lnTo>
                <a:close/>
                <a:moveTo>
                  <a:pt x="6098344" y="2145252"/>
                </a:moveTo>
                <a:lnTo>
                  <a:pt x="6753718" y="2145252"/>
                </a:lnTo>
                <a:lnTo>
                  <a:pt x="6753718" y="2800626"/>
                </a:lnTo>
                <a:lnTo>
                  <a:pt x="6098344" y="2800626"/>
                </a:lnTo>
                <a:close/>
                <a:moveTo>
                  <a:pt x="655374" y="655374"/>
                </a:moveTo>
                <a:lnTo>
                  <a:pt x="1310748" y="655374"/>
                </a:lnTo>
                <a:lnTo>
                  <a:pt x="1310748" y="1310748"/>
                </a:lnTo>
                <a:lnTo>
                  <a:pt x="655374" y="1310748"/>
                </a:lnTo>
                <a:close/>
                <a:moveTo>
                  <a:pt x="1310748" y="0"/>
                </a:moveTo>
                <a:lnTo>
                  <a:pt x="1966122" y="0"/>
                </a:lnTo>
                <a:lnTo>
                  <a:pt x="5422122" y="0"/>
                </a:lnTo>
                <a:lnTo>
                  <a:pt x="5422122" y="1481843"/>
                </a:lnTo>
                <a:lnTo>
                  <a:pt x="6077496" y="1481843"/>
                </a:lnTo>
                <a:lnTo>
                  <a:pt x="6077496" y="2137217"/>
                </a:lnTo>
                <a:lnTo>
                  <a:pt x="5422122" y="2137217"/>
                </a:lnTo>
                <a:lnTo>
                  <a:pt x="5422122" y="2800626"/>
                </a:lnTo>
                <a:lnTo>
                  <a:pt x="6077496" y="2800626"/>
                </a:lnTo>
                <a:lnTo>
                  <a:pt x="6077496" y="3456000"/>
                </a:lnTo>
                <a:lnTo>
                  <a:pt x="5422122" y="3456000"/>
                </a:lnTo>
                <a:lnTo>
                  <a:pt x="1966122" y="3456000"/>
                </a:lnTo>
                <a:lnTo>
                  <a:pt x="1966122" y="1966122"/>
                </a:lnTo>
                <a:lnTo>
                  <a:pt x="1310748" y="1966122"/>
                </a:lnTo>
                <a:lnTo>
                  <a:pt x="1310748" y="1310748"/>
                </a:lnTo>
                <a:lnTo>
                  <a:pt x="1966122" y="1310748"/>
                </a:lnTo>
                <a:lnTo>
                  <a:pt x="1966122" y="655374"/>
                </a:lnTo>
                <a:lnTo>
                  <a:pt x="1310748" y="655374"/>
                </a:lnTo>
                <a:close/>
                <a:moveTo>
                  <a:pt x="0" y="0"/>
                </a:moveTo>
                <a:lnTo>
                  <a:pt x="655374" y="0"/>
                </a:lnTo>
                <a:lnTo>
                  <a:pt x="655374" y="655374"/>
                </a:lnTo>
                <a:lnTo>
                  <a:pt x="0" y="65537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57150">
            <a:noFill/>
          </a:ln>
          <a:effectLst/>
        </p:spPr>
        <p:txBody>
          <a:bodyPr wrap="square">
            <a:noAutofit/>
          </a:bodyPr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8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2857596" y="5250023"/>
            <a:ext cx="12572808" cy="691637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49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2857596" y="5959390"/>
            <a:ext cx="12572808" cy="735120"/>
          </a:xfrm>
        </p:spPr>
        <p:txBody>
          <a:bodyPr anchor="t">
            <a:noAutofit/>
          </a:bodyPr>
          <a:lstStyle>
            <a:lvl1pPr algn="ctr">
              <a:lnSpc>
                <a:spcPct val="130000"/>
              </a:lnSpc>
              <a:spcBef>
                <a:spcPts val="0"/>
              </a:spcBef>
              <a:defRPr sz="24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0" name="正方形/長方形 49"/>
          <p:cNvSpPr/>
          <p:nvPr userDrawn="1"/>
        </p:nvSpPr>
        <p:spPr>
          <a:xfrm>
            <a:off x="8808185" y="6760875"/>
            <a:ext cx="648072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正方形/長方形 50"/>
          <p:cNvSpPr/>
          <p:nvPr userDrawn="1"/>
        </p:nvSpPr>
        <p:spPr>
          <a:xfrm>
            <a:off x="8162494" y="6760875"/>
            <a:ext cx="648072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正方形/長方形 51"/>
          <p:cNvSpPr/>
          <p:nvPr userDrawn="1"/>
        </p:nvSpPr>
        <p:spPr>
          <a:xfrm>
            <a:off x="9455052" y="6760875"/>
            <a:ext cx="648072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3443436" y="7049366"/>
            <a:ext cx="11401128" cy="1968288"/>
          </a:xfrm>
        </p:spPr>
        <p:txBody>
          <a:bodyPr>
            <a:normAutofit/>
          </a:bodyPr>
          <a:lstStyle>
            <a:lvl1pPr algn="ctr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6200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5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15"/>
                            </p:stCondLst>
                            <p:childTnLst>
                              <p:par>
                                <p:cTn id="1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15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3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animBg="1"/>
      <p:bldP spid="51" grpId="0" animBg="1"/>
      <p:bldP spid="52" grpId="0" animBg="1"/>
      <p:bldP spid="53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 &amp; 3 Icons, Headings,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図プレースホルダー 76"/>
          <p:cNvSpPr>
            <a:spLocks noGrp="1"/>
          </p:cNvSpPr>
          <p:nvPr>
            <p:ph type="pic" sz="quarter" idx="34" hasCustomPrompt="1"/>
          </p:nvPr>
        </p:nvSpPr>
        <p:spPr>
          <a:xfrm>
            <a:off x="-2" y="0"/>
            <a:ext cx="18288002" cy="7085913"/>
          </a:xfrm>
          <a:custGeom>
            <a:avLst/>
            <a:gdLst>
              <a:gd name="connsiteX0" fmla="*/ 0 w 18288002"/>
              <a:gd name="connsiteY0" fmla="*/ 6437913 h 7085913"/>
              <a:gd name="connsiteX1" fmla="*/ 648000 w 18288002"/>
              <a:gd name="connsiteY1" fmla="*/ 6437913 h 7085913"/>
              <a:gd name="connsiteX2" fmla="*/ 648000 w 18288002"/>
              <a:gd name="connsiteY2" fmla="*/ 7085913 h 7085913"/>
              <a:gd name="connsiteX3" fmla="*/ 0 w 18288002"/>
              <a:gd name="connsiteY3" fmla="*/ 7085913 h 7085913"/>
              <a:gd name="connsiteX4" fmla="*/ 3 w 18288002"/>
              <a:gd name="connsiteY4" fmla="*/ 0 h 7085913"/>
              <a:gd name="connsiteX5" fmla="*/ 18288002 w 18288002"/>
              <a:gd name="connsiteY5" fmla="*/ 0 h 7085913"/>
              <a:gd name="connsiteX6" fmla="*/ 18288002 w 18288002"/>
              <a:gd name="connsiteY6" fmla="*/ 5141913 h 7085913"/>
              <a:gd name="connsiteX7" fmla="*/ 1944001 w 18288002"/>
              <a:gd name="connsiteY7" fmla="*/ 5141913 h 7085913"/>
              <a:gd name="connsiteX8" fmla="*/ 1944001 w 18288002"/>
              <a:gd name="connsiteY8" fmla="*/ 5789913 h 7085913"/>
              <a:gd name="connsiteX9" fmla="*/ 1296001 w 18288002"/>
              <a:gd name="connsiteY9" fmla="*/ 5789913 h 7085913"/>
              <a:gd name="connsiteX10" fmla="*/ 1296001 w 18288002"/>
              <a:gd name="connsiteY10" fmla="*/ 5141913 h 7085913"/>
              <a:gd name="connsiteX11" fmla="*/ 648001 w 18288002"/>
              <a:gd name="connsiteY11" fmla="*/ 5141913 h 7085913"/>
              <a:gd name="connsiteX12" fmla="*/ 648001 w 18288002"/>
              <a:gd name="connsiteY12" fmla="*/ 5789913 h 7085913"/>
              <a:gd name="connsiteX13" fmla="*/ 1296001 w 18288002"/>
              <a:gd name="connsiteY13" fmla="*/ 5789913 h 7085913"/>
              <a:gd name="connsiteX14" fmla="*/ 1296001 w 18288002"/>
              <a:gd name="connsiteY14" fmla="*/ 6437913 h 7085913"/>
              <a:gd name="connsiteX15" fmla="*/ 648001 w 18288002"/>
              <a:gd name="connsiteY15" fmla="*/ 6437913 h 7085913"/>
              <a:gd name="connsiteX16" fmla="*/ 648001 w 18288002"/>
              <a:gd name="connsiteY16" fmla="*/ 5789913 h 7085913"/>
              <a:gd name="connsiteX17" fmla="*/ 1 w 18288002"/>
              <a:gd name="connsiteY17" fmla="*/ 5789913 h 7085913"/>
              <a:gd name="connsiteX18" fmla="*/ 1 w 18288002"/>
              <a:gd name="connsiteY18" fmla="*/ 5141913 h 7085913"/>
              <a:gd name="connsiteX19" fmla="*/ 3 w 18288002"/>
              <a:gd name="connsiteY19" fmla="*/ 5141913 h 708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002" h="7085913">
                <a:moveTo>
                  <a:pt x="0" y="6437913"/>
                </a:moveTo>
                <a:lnTo>
                  <a:pt x="648000" y="6437913"/>
                </a:lnTo>
                <a:lnTo>
                  <a:pt x="648000" y="7085913"/>
                </a:lnTo>
                <a:lnTo>
                  <a:pt x="0" y="7085913"/>
                </a:lnTo>
                <a:close/>
                <a:moveTo>
                  <a:pt x="3" y="0"/>
                </a:moveTo>
                <a:lnTo>
                  <a:pt x="18288002" y="0"/>
                </a:lnTo>
                <a:lnTo>
                  <a:pt x="18288002" y="5141913"/>
                </a:lnTo>
                <a:lnTo>
                  <a:pt x="1944001" y="5141913"/>
                </a:lnTo>
                <a:lnTo>
                  <a:pt x="1944001" y="5789913"/>
                </a:lnTo>
                <a:lnTo>
                  <a:pt x="1296001" y="5789913"/>
                </a:lnTo>
                <a:lnTo>
                  <a:pt x="1296001" y="5141913"/>
                </a:lnTo>
                <a:lnTo>
                  <a:pt x="648001" y="5141913"/>
                </a:lnTo>
                <a:lnTo>
                  <a:pt x="648001" y="5789913"/>
                </a:lnTo>
                <a:lnTo>
                  <a:pt x="1296001" y="5789913"/>
                </a:lnTo>
                <a:lnTo>
                  <a:pt x="1296001" y="6437913"/>
                </a:lnTo>
                <a:lnTo>
                  <a:pt x="648001" y="6437913"/>
                </a:lnTo>
                <a:lnTo>
                  <a:pt x="648001" y="5789913"/>
                </a:lnTo>
                <a:lnTo>
                  <a:pt x="1" y="5789913"/>
                </a:lnTo>
                <a:lnTo>
                  <a:pt x="1" y="5141913"/>
                </a:lnTo>
                <a:lnTo>
                  <a:pt x="3" y="514191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61" name="テキスト プレースホルダー 60"/>
          <p:cNvSpPr>
            <a:spLocks noGrp="1"/>
          </p:cNvSpPr>
          <p:nvPr>
            <p:ph type="body" sz="quarter" idx="25" hasCustomPrompt="1"/>
          </p:nvPr>
        </p:nvSpPr>
        <p:spPr>
          <a:xfrm>
            <a:off x="3191877" y="4573588"/>
            <a:ext cx="1137600" cy="1137600"/>
          </a:xfrm>
          <a:solidFill>
            <a:schemeClr val="accent1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1" name="図プレースホルダー 25"/>
          <p:cNvSpPr>
            <a:spLocks noGrp="1"/>
          </p:cNvSpPr>
          <p:nvPr>
            <p:ph type="pic" sz="quarter" idx="16" hasCustomPrompt="1"/>
          </p:nvPr>
        </p:nvSpPr>
        <p:spPr>
          <a:xfrm>
            <a:off x="3445677" y="4826913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2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1463455" y="6821182"/>
            <a:ext cx="4594445" cy="2114271"/>
          </a:xfrm>
        </p:spPr>
        <p:txBody>
          <a:bodyPr>
            <a:normAutofit/>
          </a:bodyPr>
          <a:lstStyle>
            <a:lvl1pPr algn="ctr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1463455" y="5892669"/>
            <a:ext cx="4594445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62" name="テキスト プレースホルダー 60"/>
          <p:cNvSpPr>
            <a:spLocks noGrp="1"/>
          </p:cNvSpPr>
          <p:nvPr>
            <p:ph type="body" sz="quarter" idx="26" hasCustomPrompt="1"/>
          </p:nvPr>
        </p:nvSpPr>
        <p:spPr>
          <a:xfrm>
            <a:off x="8575199" y="4573588"/>
            <a:ext cx="1137600" cy="1137600"/>
          </a:xfrm>
          <a:solidFill>
            <a:schemeClr val="accent2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63" name="図プレースホルダー 25"/>
          <p:cNvSpPr>
            <a:spLocks noGrp="1"/>
          </p:cNvSpPr>
          <p:nvPr>
            <p:ph type="pic" sz="quarter" idx="27" hasCustomPrompt="1"/>
          </p:nvPr>
        </p:nvSpPr>
        <p:spPr>
          <a:xfrm>
            <a:off x="8828999" y="4826913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64" name="テキスト プレースホルダー 12"/>
          <p:cNvSpPr>
            <a:spLocks noGrp="1"/>
          </p:cNvSpPr>
          <p:nvPr>
            <p:ph type="body" sz="quarter" idx="28" hasCustomPrompt="1"/>
          </p:nvPr>
        </p:nvSpPr>
        <p:spPr>
          <a:xfrm>
            <a:off x="6846777" y="6821182"/>
            <a:ext cx="4594445" cy="2114271"/>
          </a:xfrm>
        </p:spPr>
        <p:txBody>
          <a:bodyPr>
            <a:normAutofit/>
          </a:bodyPr>
          <a:lstStyle>
            <a:lvl1pPr algn="ctr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5" name="テキスト プレースホルダー 12"/>
          <p:cNvSpPr>
            <a:spLocks noGrp="1"/>
          </p:cNvSpPr>
          <p:nvPr>
            <p:ph type="body" sz="quarter" idx="29" hasCustomPrompt="1"/>
          </p:nvPr>
        </p:nvSpPr>
        <p:spPr>
          <a:xfrm>
            <a:off x="6846777" y="5892669"/>
            <a:ext cx="4594445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66" name="テキスト プレースホルダー 60"/>
          <p:cNvSpPr>
            <a:spLocks noGrp="1"/>
          </p:cNvSpPr>
          <p:nvPr>
            <p:ph type="body" sz="quarter" idx="30" hasCustomPrompt="1"/>
          </p:nvPr>
        </p:nvSpPr>
        <p:spPr>
          <a:xfrm>
            <a:off x="13958521" y="4573588"/>
            <a:ext cx="1137600" cy="1137600"/>
          </a:xfrm>
          <a:solidFill>
            <a:schemeClr val="accent3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67" name="図プレースホルダー 25"/>
          <p:cNvSpPr>
            <a:spLocks noGrp="1"/>
          </p:cNvSpPr>
          <p:nvPr>
            <p:ph type="pic" sz="quarter" idx="31" hasCustomPrompt="1"/>
          </p:nvPr>
        </p:nvSpPr>
        <p:spPr>
          <a:xfrm>
            <a:off x="14212321" y="4826913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68" name="テキスト プレースホルダー 12"/>
          <p:cNvSpPr>
            <a:spLocks noGrp="1"/>
          </p:cNvSpPr>
          <p:nvPr>
            <p:ph type="body" sz="quarter" idx="32" hasCustomPrompt="1"/>
          </p:nvPr>
        </p:nvSpPr>
        <p:spPr>
          <a:xfrm>
            <a:off x="12230099" y="6821182"/>
            <a:ext cx="4594445" cy="2114271"/>
          </a:xfrm>
        </p:spPr>
        <p:txBody>
          <a:bodyPr>
            <a:normAutofit/>
          </a:bodyPr>
          <a:lstStyle>
            <a:lvl1pPr algn="ctr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9" name="テキスト プレースホルダー 12"/>
          <p:cNvSpPr>
            <a:spLocks noGrp="1"/>
          </p:cNvSpPr>
          <p:nvPr>
            <p:ph type="body" sz="quarter" idx="33" hasCustomPrompt="1"/>
          </p:nvPr>
        </p:nvSpPr>
        <p:spPr>
          <a:xfrm>
            <a:off x="12230099" y="5892669"/>
            <a:ext cx="4594445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78" name="正方形/長方形 77"/>
          <p:cNvSpPr/>
          <p:nvPr userDrawn="1"/>
        </p:nvSpPr>
        <p:spPr>
          <a:xfrm>
            <a:off x="2850933" y="6658433"/>
            <a:ext cx="1827899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正方形/長方形 78"/>
          <p:cNvSpPr/>
          <p:nvPr userDrawn="1"/>
        </p:nvSpPr>
        <p:spPr>
          <a:xfrm>
            <a:off x="8230050" y="6658433"/>
            <a:ext cx="1827899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正方形/長方形 79"/>
          <p:cNvSpPr/>
          <p:nvPr userDrawn="1"/>
        </p:nvSpPr>
        <p:spPr>
          <a:xfrm>
            <a:off x="13613371" y="6641976"/>
            <a:ext cx="1827899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7407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250"/>
                            </p:stCondLst>
                            <p:childTnLst>
                              <p:par>
                                <p:cTn id="3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75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25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61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/>
      <p:bldP spid="4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/>
      <p:bldP spid="6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6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7" grpId="0"/>
      <p:bldP spid="6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8" grpId="0" animBg="1"/>
      <p:bldP spid="79" grpId="0" animBg="1"/>
      <p:bldP spid="80" grpId="0" animBg="1"/>
    </p:bldLst>
  </p:timing>
  <p:extLst>
    <p:ext uri="{DCECCB84-F9BA-43D5-87BE-67443E8EF086}">
      <p15:sldGuideLst xmlns:p15="http://schemas.microsoft.com/office/powerpoint/2012/main">
        <p15:guide id="1" orient="horz" pos="3239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y -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9144000" y="0"/>
            <a:ext cx="0" cy="1971487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2399958" y="4655094"/>
            <a:ext cx="4608971" cy="1479012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2399958" y="3713898"/>
            <a:ext cx="4608971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21" name="正方形/長方形 20"/>
          <p:cNvSpPr/>
          <p:nvPr userDrawn="1"/>
        </p:nvSpPr>
        <p:spPr>
          <a:xfrm>
            <a:off x="5089589" y="4430938"/>
            <a:ext cx="1827899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cxnSp>
        <p:nvCxnSpPr>
          <p:cNvPr id="29" name="直線コネクタ 28"/>
          <p:cNvCxnSpPr>
            <a:stCxn id="27" idx="1"/>
            <a:endCxn id="24" idx="6"/>
          </p:cNvCxnSpPr>
          <p:nvPr userDrawn="1"/>
        </p:nvCxnSpPr>
        <p:spPr>
          <a:xfrm flipH="1">
            <a:off x="9336699" y="2164184"/>
            <a:ext cx="649778" cy="2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円/楕円 4"/>
          <p:cNvSpPr/>
          <p:nvPr userDrawn="1"/>
        </p:nvSpPr>
        <p:spPr>
          <a:xfrm>
            <a:off x="9986477" y="1595111"/>
            <a:ext cx="1136515" cy="1138145"/>
          </a:xfrm>
          <a:prstGeom prst="rect">
            <a:avLst/>
          </a:prstGeom>
          <a:solidFill>
            <a:schemeClr val="accent4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9966465" y="1790667"/>
            <a:ext cx="1176539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0000</a:t>
            </a:r>
            <a:endParaRPr kumimoji="1" lang="ja-JP" altLang="en-US" dirty="0"/>
          </a:p>
        </p:txBody>
      </p:sp>
      <p:sp>
        <p:nvSpPr>
          <p:cNvPr id="37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11275193" y="2731863"/>
            <a:ext cx="4608971" cy="1479012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11275193" y="1790667"/>
            <a:ext cx="4608971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39" name="正方形/長方形 38"/>
          <p:cNvSpPr/>
          <p:nvPr userDrawn="1"/>
        </p:nvSpPr>
        <p:spPr>
          <a:xfrm>
            <a:off x="11366634" y="2507707"/>
            <a:ext cx="1827899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43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2399958" y="8481658"/>
            <a:ext cx="4608971" cy="1479012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2399958" y="7540462"/>
            <a:ext cx="4608971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45" name="正方形/長方形 44"/>
          <p:cNvSpPr/>
          <p:nvPr userDrawn="1"/>
        </p:nvSpPr>
        <p:spPr>
          <a:xfrm>
            <a:off x="5089589" y="8257502"/>
            <a:ext cx="1827899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cxnSp>
        <p:nvCxnSpPr>
          <p:cNvPr id="10" name="直線コネクタ 9"/>
          <p:cNvCxnSpPr>
            <a:stCxn id="8" idx="2"/>
            <a:endCxn id="13" idx="3"/>
          </p:cNvCxnSpPr>
          <p:nvPr userDrawn="1"/>
        </p:nvCxnSpPr>
        <p:spPr>
          <a:xfrm flipH="1">
            <a:off x="8335845" y="4080320"/>
            <a:ext cx="615457" cy="7095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円/楕円 4"/>
          <p:cNvSpPr/>
          <p:nvPr userDrawn="1"/>
        </p:nvSpPr>
        <p:spPr>
          <a:xfrm>
            <a:off x="7199330" y="3518342"/>
            <a:ext cx="1136515" cy="1138145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7179318" y="3713898"/>
            <a:ext cx="1176539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0000</a:t>
            </a:r>
            <a:endParaRPr kumimoji="1" lang="ja-JP" altLang="en-US" dirty="0"/>
          </a:p>
        </p:txBody>
      </p:sp>
      <p:cxnSp>
        <p:nvCxnSpPr>
          <p:cNvPr id="41" name="直線コネクタ 40"/>
          <p:cNvCxnSpPr>
            <a:stCxn id="40" idx="2"/>
            <a:endCxn id="49" idx="3"/>
          </p:cNvCxnSpPr>
          <p:nvPr userDrawn="1"/>
        </p:nvCxnSpPr>
        <p:spPr>
          <a:xfrm flipH="1" flipV="1">
            <a:off x="8335845" y="7912586"/>
            <a:ext cx="615457" cy="1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円/楕円 4"/>
          <p:cNvSpPr/>
          <p:nvPr userDrawn="1"/>
        </p:nvSpPr>
        <p:spPr>
          <a:xfrm>
            <a:off x="7199330" y="7343513"/>
            <a:ext cx="1136515" cy="1138145"/>
          </a:xfrm>
          <a:prstGeom prst="rect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7179318" y="7540462"/>
            <a:ext cx="1176539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0000</a:t>
            </a:r>
            <a:endParaRPr kumimoji="1" lang="ja-JP" altLang="en-US" dirty="0"/>
          </a:p>
        </p:txBody>
      </p:sp>
      <p:cxnSp>
        <p:nvCxnSpPr>
          <p:cNvPr id="50" name="直線コネクタ 49"/>
          <p:cNvCxnSpPr>
            <a:stCxn id="51" idx="1"/>
            <a:endCxn id="57" idx="6"/>
          </p:cNvCxnSpPr>
          <p:nvPr userDrawn="1"/>
        </p:nvCxnSpPr>
        <p:spPr>
          <a:xfrm flipH="1">
            <a:off x="9336699" y="5996187"/>
            <a:ext cx="649778" cy="267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円/楕円 4"/>
          <p:cNvSpPr/>
          <p:nvPr userDrawn="1"/>
        </p:nvSpPr>
        <p:spPr>
          <a:xfrm>
            <a:off x="9986477" y="5427114"/>
            <a:ext cx="1136515" cy="1138145"/>
          </a:xfrm>
          <a:prstGeom prst="rect">
            <a:avLst/>
          </a:prstGeom>
          <a:solidFill>
            <a:schemeClr val="accent6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テキスト プレースホルダー 12"/>
          <p:cNvSpPr>
            <a:spLocks noGrp="1"/>
          </p:cNvSpPr>
          <p:nvPr>
            <p:ph type="body" sz="quarter" idx="21" hasCustomPrompt="1"/>
          </p:nvPr>
        </p:nvSpPr>
        <p:spPr>
          <a:xfrm>
            <a:off x="9966465" y="5622670"/>
            <a:ext cx="1176539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0000</a:t>
            </a:r>
            <a:endParaRPr kumimoji="1" lang="ja-JP" altLang="en-US" dirty="0"/>
          </a:p>
        </p:txBody>
      </p:sp>
      <p:sp>
        <p:nvSpPr>
          <p:cNvPr id="53" name="テキスト プレースホルダー 12"/>
          <p:cNvSpPr>
            <a:spLocks noGrp="1"/>
          </p:cNvSpPr>
          <p:nvPr>
            <p:ph type="body" sz="quarter" idx="22" hasCustomPrompt="1"/>
          </p:nvPr>
        </p:nvSpPr>
        <p:spPr>
          <a:xfrm>
            <a:off x="11275193" y="6563866"/>
            <a:ext cx="4608971" cy="1479012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5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11275193" y="5622670"/>
            <a:ext cx="4608971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56" name="正方形/長方形 55"/>
          <p:cNvSpPr/>
          <p:nvPr userDrawn="1"/>
        </p:nvSpPr>
        <p:spPr>
          <a:xfrm>
            <a:off x="11366634" y="6339710"/>
            <a:ext cx="1827899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cxnSp>
        <p:nvCxnSpPr>
          <p:cNvPr id="61" name="直線コネクタ 60"/>
          <p:cNvCxnSpPr/>
          <p:nvPr userDrawn="1"/>
        </p:nvCxnSpPr>
        <p:spPr>
          <a:xfrm>
            <a:off x="9144000" y="2356884"/>
            <a:ext cx="0" cy="1530737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/>
          <p:cNvCxnSpPr/>
          <p:nvPr userDrawn="1"/>
        </p:nvCxnSpPr>
        <p:spPr>
          <a:xfrm flipV="1">
            <a:off x="9144000" y="4273018"/>
            <a:ext cx="0" cy="1530737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/>
          <p:cNvCxnSpPr/>
          <p:nvPr userDrawn="1"/>
        </p:nvCxnSpPr>
        <p:spPr>
          <a:xfrm>
            <a:off x="9144000" y="6189152"/>
            <a:ext cx="0" cy="1530736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/>
          <p:cNvCxnSpPr/>
          <p:nvPr userDrawn="1"/>
        </p:nvCxnSpPr>
        <p:spPr>
          <a:xfrm>
            <a:off x="9144000" y="8105285"/>
            <a:ext cx="0" cy="2180128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楕円 7"/>
          <p:cNvSpPr/>
          <p:nvPr userDrawn="1"/>
        </p:nvSpPr>
        <p:spPr>
          <a:xfrm>
            <a:off x="8951302" y="3887621"/>
            <a:ext cx="385397" cy="385397"/>
          </a:xfrm>
          <a:prstGeom prst="ellipse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楕円 23"/>
          <p:cNvSpPr/>
          <p:nvPr userDrawn="1"/>
        </p:nvSpPr>
        <p:spPr>
          <a:xfrm>
            <a:off x="8951302" y="1971487"/>
            <a:ext cx="385397" cy="385397"/>
          </a:xfrm>
          <a:prstGeom prst="ellipse">
            <a:avLst/>
          </a:prstGeom>
          <a:solidFill>
            <a:schemeClr val="accent4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楕円 39"/>
          <p:cNvSpPr/>
          <p:nvPr userDrawn="1"/>
        </p:nvSpPr>
        <p:spPr>
          <a:xfrm>
            <a:off x="8951302" y="7719888"/>
            <a:ext cx="385397" cy="385397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楕円 56"/>
          <p:cNvSpPr/>
          <p:nvPr userDrawn="1"/>
        </p:nvSpPr>
        <p:spPr>
          <a:xfrm>
            <a:off x="8951302" y="5803755"/>
            <a:ext cx="385397" cy="385397"/>
          </a:xfrm>
          <a:prstGeom prst="ellipse">
            <a:avLst/>
          </a:prstGeom>
          <a:solidFill>
            <a:schemeClr val="accent6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1131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500"/>
                            </p:stCondLst>
                            <p:childTnLst>
                              <p:par>
                                <p:cTn id="5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0"/>
                            </p:stCondLst>
                            <p:childTnLst>
                              <p:par>
                                <p:cTn id="6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500"/>
                            </p:stCondLst>
                            <p:childTnLst>
                              <p:par>
                                <p:cTn id="8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80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85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900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9500"/>
                            </p:stCondLst>
                            <p:childTnLst>
                              <p:par>
                                <p:cTn id="10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4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500"/>
                            </p:stCondLst>
                            <p:childTnLst>
                              <p:par>
                                <p:cTn id="11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1000"/>
                            </p:stCondLst>
                            <p:childTnLst>
                              <p:par>
                                <p:cTn id="1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1500"/>
                            </p:stCondLst>
                            <p:childTnLst>
                              <p:par>
                                <p:cTn id="1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animBg="1"/>
      <p:bldP spid="27" grpId="0" animBg="1"/>
      <p:bldP spid="2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animBg="1"/>
      <p:bldP spid="43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animBg="1"/>
      <p:bldP spid="13" grpId="0" animBg="1"/>
      <p:bldP spid="17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animBg="1"/>
      <p:bldP spid="42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animBg="1"/>
      <p:bldP spid="5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animBg="1"/>
      <p:bldP spid="8" grpId="0" animBg="1"/>
      <p:bldP spid="24" grpId="0" animBg="1"/>
      <p:bldP spid="40" grpId="0" animBg="1"/>
      <p:bldP spid="57" grpId="0" animBg="1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y -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直線コネクタ 6"/>
          <p:cNvCxnSpPr>
            <a:endCxn id="8" idx="0"/>
          </p:cNvCxnSpPr>
          <p:nvPr userDrawn="1"/>
        </p:nvCxnSpPr>
        <p:spPr>
          <a:xfrm>
            <a:off x="9144000" y="0"/>
            <a:ext cx="1" cy="1968286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1275193" y="2728663"/>
            <a:ext cx="4608971" cy="1479012"/>
          </a:xfrm>
        </p:spPr>
        <p:txBody>
          <a:bodyPr>
            <a:normAutofit/>
          </a:bodyPr>
          <a:lstStyle>
            <a:lvl1pPr algn="l"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11275193" y="1787467"/>
            <a:ext cx="4608971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21" name="正方形/長方形 20"/>
          <p:cNvSpPr/>
          <p:nvPr userDrawn="1"/>
        </p:nvSpPr>
        <p:spPr>
          <a:xfrm>
            <a:off x="11366633" y="2504507"/>
            <a:ext cx="1827899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cxnSp>
        <p:nvCxnSpPr>
          <p:cNvPr id="22" name="直線コネクタ 21"/>
          <p:cNvCxnSpPr/>
          <p:nvPr userDrawn="1"/>
        </p:nvCxnSpPr>
        <p:spPr>
          <a:xfrm>
            <a:off x="9144000" y="2353683"/>
            <a:ext cx="0" cy="1471236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/>
          <p:cNvCxnSpPr>
            <a:stCxn id="28" idx="3"/>
            <a:endCxn id="24" idx="2"/>
          </p:cNvCxnSpPr>
          <p:nvPr userDrawn="1"/>
        </p:nvCxnSpPr>
        <p:spPr>
          <a:xfrm>
            <a:off x="8349923" y="4081115"/>
            <a:ext cx="601379" cy="3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円/楕円 4"/>
          <p:cNvSpPr/>
          <p:nvPr userDrawn="1"/>
        </p:nvSpPr>
        <p:spPr>
          <a:xfrm>
            <a:off x="7193396" y="3512043"/>
            <a:ext cx="1136515" cy="1138145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7173384" y="3707599"/>
            <a:ext cx="1176539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0000</a:t>
            </a:r>
            <a:endParaRPr kumimoji="1" lang="ja-JP" altLang="en-US" dirty="0"/>
          </a:p>
        </p:txBody>
      </p:sp>
      <p:sp>
        <p:nvSpPr>
          <p:cNvPr id="37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2394088" y="4648795"/>
            <a:ext cx="4608971" cy="1479012"/>
          </a:xfrm>
        </p:spPr>
        <p:txBody>
          <a:bodyPr>
            <a:normAutofit/>
          </a:bodyPr>
          <a:lstStyle>
            <a:lvl1pPr algn="r"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2394088" y="3707599"/>
            <a:ext cx="4608971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39" name="正方形/長方形 38"/>
          <p:cNvSpPr/>
          <p:nvPr userDrawn="1"/>
        </p:nvSpPr>
        <p:spPr>
          <a:xfrm>
            <a:off x="5089589" y="4424639"/>
            <a:ext cx="1827899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cxnSp>
        <p:nvCxnSpPr>
          <p:cNvPr id="46" name="直線コネクタ 45"/>
          <p:cNvCxnSpPr>
            <a:stCxn id="24" idx="4"/>
            <a:endCxn id="2" idx="0"/>
          </p:cNvCxnSpPr>
          <p:nvPr userDrawn="1"/>
        </p:nvCxnSpPr>
        <p:spPr>
          <a:xfrm>
            <a:off x="9144001" y="4273816"/>
            <a:ext cx="0" cy="174236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/>
          <p:cNvCxnSpPr>
            <a:stCxn id="8" idx="6"/>
            <a:endCxn id="17" idx="1"/>
          </p:cNvCxnSpPr>
          <p:nvPr userDrawn="1"/>
        </p:nvCxnSpPr>
        <p:spPr>
          <a:xfrm flipV="1">
            <a:off x="9336699" y="2160983"/>
            <a:ext cx="629766" cy="2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円/楕円 4"/>
          <p:cNvSpPr/>
          <p:nvPr userDrawn="1"/>
        </p:nvSpPr>
        <p:spPr>
          <a:xfrm>
            <a:off x="9986477" y="1591911"/>
            <a:ext cx="1136515" cy="1138145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9966465" y="1787467"/>
            <a:ext cx="1176539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0000</a:t>
            </a:r>
            <a:endParaRPr kumimoji="1" lang="ja-JP" altLang="en-US" dirty="0"/>
          </a:p>
        </p:txBody>
      </p:sp>
      <p:sp>
        <p:nvSpPr>
          <p:cNvPr id="2" name="二等辺三角形 1"/>
          <p:cNvSpPr/>
          <p:nvPr userDrawn="1"/>
        </p:nvSpPr>
        <p:spPr bwMode="auto">
          <a:xfrm>
            <a:off x="8813940" y="6016176"/>
            <a:ext cx="660121" cy="569070"/>
          </a:xfrm>
          <a:prstGeom prst="triangle">
            <a:avLst/>
          </a:prstGeom>
          <a:solidFill>
            <a:schemeClr val="tx2"/>
          </a:solidFill>
          <a:ln w="57150">
            <a:solidFill>
              <a:schemeClr val="bg1"/>
            </a:solidFill>
            <a:prstDash val="solid"/>
            <a:round/>
            <a:headEnd/>
            <a:tailEnd/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kumimoji="1" lang="ja-JP" altLang="en-US"/>
          </a:p>
        </p:txBody>
      </p:sp>
      <p:grpSp>
        <p:nvGrpSpPr>
          <p:cNvPr id="47" name="グループ化 46"/>
          <p:cNvGrpSpPr/>
          <p:nvPr userDrawn="1"/>
        </p:nvGrpSpPr>
        <p:grpSpPr>
          <a:xfrm>
            <a:off x="8190907" y="7678639"/>
            <a:ext cx="1940630" cy="72008"/>
            <a:chOff x="6119664" y="3270498"/>
            <a:chExt cx="1940630" cy="72008"/>
          </a:xfrm>
        </p:grpSpPr>
        <p:sp>
          <p:nvSpPr>
            <p:cNvPr id="48" name="正方形/長方形 47"/>
            <p:cNvSpPr/>
            <p:nvPr userDrawn="1"/>
          </p:nvSpPr>
          <p:spPr>
            <a:xfrm>
              <a:off x="6765355" y="3270498"/>
              <a:ext cx="648072" cy="720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" name="正方形/長方形 58"/>
            <p:cNvSpPr/>
            <p:nvPr userDrawn="1"/>
          </p:nvSpPr>
          <p:spPr>
            <a:xfrm>
              <a:off x="6119664" y="3270498"/>
              <a:ext cx="648072" cy="7200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正方形/長方形 59"/>
            <p:cNvSpPr/>
            <p:nvPr userDrawn="1"/>
          </p:nvSpPr>
          <p:spPr>
            <a:xfrm>
              <a:off x="7412222" y="3270498"/>
              <a:ext cx="648072" cy="720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61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4888291" y="7959431"/>
            <a:ext cx="8545863" cy="1423108"/>
          </a:xfrm>
        </p:spPr>
        <p:txBody>
          <a:bodyPr>
            <a:normAutofit/>
          </a:bodyPr>
          <a:lstStyle>
            <a:lvl1pPr algn="ctr"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4888291" y="6839484"/>
            <a:ext cx="8545863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68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6057900" y="9582811"/>
            <a:ext cx="6172200" cy="547603"/>
          </a:xfrm>
        </p:spPr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8" name="楕円 7"/>
          <p:cNvSpPr/>
          <p:nvPr userDrawn="1"/>
        </p:nvSpPr>
        <p:spPr>
          <a:xfrm>
            <a:off x="8951302" y="1968286"/>
            <a:ext cx="385397" cy="385397"/>
          </a:xfrm>
          <a:prstGeom prst="ellipse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楕円 23"/>
          <p:cNvSpPr/>
          <p:nvPr userDrawn="1"/>
        </p:nvSpPr>
        <p:spPr>
          <a:xfrm>
            <a:off x="8951302" y="3888419"/>
            <a:ext cx="385397" cy="385397"/>
          </a:xfrm>
          <a:prstGeom prst="ellipse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1488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500"/>
                            </p:stCondLst>
                            <p:childTnLst>
                              <p:par>
                                <p:cTn id="5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0"/>
                            </p:stCondLst>
                            <p:childTnLst>
                              <p:par>
                                <p:cTn id="6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0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75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animBg="1"/>
      <p:bldP spid="27" grpId="0" animBg="1"/>
      <p:bldP spid="28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animBg="1"/>
      <p:bldP spid="13" grpId="0" animBg="1"/>
      <p:bldP spid="1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 animBg="1"/>
      <p:bldP spid="61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/>
      <p:bldP spid="24" grpId="0" animBg="1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&amp;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正方形/長方形 12"/>
          <p:cNvSpPr/>
          <p:nvPr userDrawn="1"/>
        </p:nvSpPr>
        <p:spPr bwMode="auto">
          <a:xfrm>
            <a:off x="0" y="0"/>
            <a:ext cx="9144000" cy="10285413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 bwMode="auto">
          <a:xfrm>
            <a:off x="9144000" y="0"/>
            <a:ext cx="648000" cy="648000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 userDrawn="1"/>
        </p:nvSpPr>
        <p:spPr bwMode="auto">
          <a:xfrm>
            <a:off x="9792000" y="648000"/>
            <a:ext cx="648000" cy="648000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 userDrawn="1"/>
        </p:nvSpPr>
        <p:spPr bwMode="auto">
          <a:xfrm>
            <a:off x="10440000" y="0"/>
            <a:ext cx="648000" cy="648000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/>
          <p:cNvSpPr/>
          <p:nvPr userDrawn="1"/>
        </p:nvSpPr>
        <p:spPr bwMode="auto">
          <a:xfrm>
            <a:off x="9144000" y="1296000"/>
            <a:ext cx="648000" cy="648000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0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799830" y="2551906"/>
            <a:ext cx="7544341" cy="51816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5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9588843" y="2551906"/>
            <a:ext cx="7665487" cy="5181600"/>
          </a:xfrm>
        </p:spPr>
        <p:txBody>
          <a:bodyPr anchor="ctr">
            <a:normAutofit/>
          </a:bodyPr>
          <a:lstStyle>
            <a:lvl1pPr algn="l"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88475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8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50"/>
                            </p:stCondLst>
                            <p:childTnLst>
                              <p:par>
                                <p:cTn id="25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35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7" grpId="0" animBg="1"/>
      <p:bldP spid="18" grpId="0" animBg="1"/>
      <p:bldP spid="20" grpId="0">
        <p:tmplLst>
          <p:tmpl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Pho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グループ化 18"/>
          <p:cNvGrpSpPr/>
          <p:nvPr userDrawn="1"/>
        </p:nvGrpSpPr>
        <p:grpSpPr>
          <a:xfrm>
            <a:off x="-1" y="0"/>
            <a:ext cx="18287643" cy="7085913"/>
            <a:chOff x="-1" y="0"/>
            <a:chExt cx="18287643" cy="7085913"/>
          </a:xfrm>
        </p:grpSpPr>
        <p:sp>
          <p:nvSpPr>
            <p:cNvPr id="2" name="正方形/長方形 1"/>
            <p:cNvSpPr/>
            <p:nvPr userDrawn="1"/>
          </p:nvSpPr>
          <p:spPr bwMode="auto">
            <a:xfrm>
              <a:off x="-1" y="0"/>
              <a:ext cx="18287643" cy="5141913"/>
            </a:xfrm>
            <a:prstGeom prst="rect">
              <a:avLst/>
            </a:pr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正方形/長方形 5"/>
            <p:cNvSpPr/>
            <p:nvPr userDrawn="1"/>
          </p:nvSpPr>
          <p:spPr bwMode="auto">
            <a:xfrm>
              <a:off x="0" y="5141913"/>
              <a:ext cx="648000" cy="648000"/>
            </a:xfrm>
            <a:prstGeom prst="rect">
              <a:avLst/>
            </a:pr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正方形/長方形 15"/>
            <p:cNvSpPr/>
            <p:nvPr userDrawn="1"/>
          </p:nvSpPr>
          <p:spPr bwMode="auto">
            <a:xfrm>
              <a:off x="648000" y="5789913"/>
              <a:ext cx="648000" cy="648000"/>
            </a:xfrm>
            <a:prstGeom prst="rect">
              <a:avLst/>
            </a:pr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正方形/長方形 16"/>
            <p:cNvSpPr/>
            <p:nvPr userDrawn="1"/>
          </p:nvSpPr>
          <p:spPr bwMode="auto">
            <a:xfrm>
              <a:off x="1296000" y="5141913"/>
              <a:ext cx="648000" cy="648000"/>
            </a:xfrm>
            <a:prstGeom prst="rect">
              <a:avLst/>
            </a:pr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正方形/長方形 17"/>
            <p:cNvSpPr/>
            <p:nvPr userDrawn="1"/>
          </p:nvSpPr>
          <p:spPr bwMode="auto">
            <a:xfrm>
              <a:off x="-1" y="6437913"/>
              <a:ext cx="648000" cy="648000"/>
            </a:xfrm>
            <a:prstGeom prst="rect">
              <a:avLst/>
            </a:pr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6378" y="911133"/>
            <a:ext cx="4142834" cy="8464733"/>
          </a:xfrm>
          <a:prstGeom prst="rect">
            <a:avLst/>
          </a:prstGeom>
          <a:effectLst/>
        </p:spPr>
      </p:pic>
      <p:sp>
        <p:nvSpPr>
          <p:cNvPr id="11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2657702" y="2008413"/>
            <a:ext cx="3525807" cy="6317252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4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6800535" y="1103086"/>
            <a:ext cx="9426437" cy="3849189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5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15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6800534" y="5274171"/>
            <a:ext cx="9426437" cy="3051494"/>
          </a:xfrm>
        </p:spPr>
        <p:txBody>
          <a:bodyPr>
            <a:normAutofit/>
          </a:bodyPr>
          <a:lstStyle>
            <a:lvl1pPr marL="342900" indent="-342900" algn="l">
              <a:spcBef>
                <a:spcPts val="1200"/>
              </a:spcBef>
              <a:buFont typeface="Wingdings" panose="05000000000000000000" pitchFamily="2" charset="2"/>
              <a:buChar char="n"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75413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Phone &amp; Tab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グループ化 15"/>
          <p:cNvGrpSpPr/>
          <p:nvPr userDrawn="1"/>
        </p:nvGrpSpPr>
        <p:grpSpPr>
          <a:xfrm>
            <a:off x="-1" y="0"/>
            <a:ext cx="18287643" cy="7085913"/>
            <a:chOff x="-1" y="0"/>
            <a:chExt cx="18287643" cy="7085913"/>
          </a:xfrm>
          <a:solidFill>
            <a:schemeClr val="accent1"/>
          </a:solidFill>
        </p:grpSpPr>
        <p:sp>
          <p:nvSpPr>
            <p:cNvPr id="12" name="正方形/長方形 11"/>
            <p:cNvSpPr/>
            <p:nvPr userDrawn="1"/>
          </p:nvSpPr>
          <p:spPr bwMode="auto">
            <a:xfrm>
              <a:off x="0" y="5141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正方形/長方形 12"/>
            <p:cNvSpPr/>
            <p:nvPr userDrawn="1"/>
          </p:nvSpPr>
          <p:spPr bwMode="auto">
            <a:xfrm>
              <a:off x="648000" y="5789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/>
            <p:cNvSpPr/>
            <p:nvPr userDrawn="1"/>
          </p:nvSpPr>
          <p:spPr bwMode="auto">
            <a:xfrm>
              <a:off x="1296000" y="5141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/>
            <p:cNvSpPr/>
            <p:nvPr userDrawn="1"/>
          </p:nvSpPr>
          <p:spPr bwMode="auto">
            <a:xfrm>
              <a:off x="-1" y="6437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/>
            <p:cNvSpPr/>
            <p:nvPr userDrawn="1"/>
          </p:nvSpPr>
          <p:spPr bwMode="auto">
            <a:xfrm>
              <a:off x="-1" y="0"/>
              <a:ext cx="18287643" cy="5141913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6" name="図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937" y="4023832"/>
            <a:ext cx="2611063" cy="5334986"/>
          </a:xfrm>
          <a:prstGeom prst="rect">
            <a:avLst/>
          </a:prstGeom>
          <a:effectLst/>
        </p:spPr>
      </p:pic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図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795" y="949977"/>
            <a:ext cx="5884221" cy="8366379"/>
          </a:xfrm>
          <a:prstGeom prst="rect">
            <a:avLst/>
          </a:prstGeom>
        </p:spPr>
      </p:pic>
      <p:sp>
        <p:nvSpPr>
          <p:cNvPr id="7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3940519" y="1738131"/>
            <a:ext cx="5089181" cy="676179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8" name="図プレースホルダー 2"/>
          <p:cNvSpPr>
            <a:spLocks noGrp="1"/>
          </p:cNvSpPr>
          <p:nvPr>
            <p:ph type="pic" sz="quarter" idx="13" hasCustomPrompt="1"/>
          </p:nvPr>
        </p:nvSpPr>
        <p:spPr>
          <a:xfrm>
            <a:off x="1379954" y="4737100"/>
            <a:ext cx="2160841" cy="393046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85535" y="1103086"/>
            <a:ext cx="7657436" cy="3849189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5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11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9585534" y="5274171"/>
            <a:ext cx="7657436" cy="3051494"/>
          </a:xfrm>
        </p:spPr>
        <p:txBody>
          <a:bodyPr>
            <a:normAutofit/>
          </a:bodyPr>
          <a:lstStyle>
            <a:lvl1pPr marL="342900" indent="-342900" algn="l">
              <a:spcBef>
                <a:spcPts val="1200"/>
              </a:spcBef>
              <a:buFont typeface="Wingdings" panose="05000000000000000000" pitchFamily="2" charset="2"/>
              <a:buChar char="n"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7297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1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15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グループ化 15"/>
          <p:cNvGrpSpPr/>
          <p:nvPr userDrawn="1"/>
        </p:nvGrpSpPr>
        <p:grpSpPr>
          <a:xfrm>
            <a:off x="-1" y="0"/>
            <a:ext cx="18287643" cy="7085913"/>
            <a:chOff x="-1" y="0"/>
            <a:chExt cx="18287643" cy="7085913"/>
          </a:xfrm>
          <a:solidFill>
            <a:schemeClr val="accent1"/>
          </a:solidFill>
        </p:grpSpPr>
        <p:sp>
          <p:nvSpPr>
            <p:cNvPr id="12" name="正方形/長方形 11"/>
            <p:cNvSpPr/>
            <p:nvPr userDrawn="1"/>
          </p:nvSpPr>
          <p:spPr bwMode="auto">
            <a:xfrm>
              <a:off x="0" y="5141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正方形/長方形 12"/>
            <p:cNvSpPr/>
            <p:nvPr userDrawn="1"/>
          </p:nvSpPr>
          <p:spPr bwMode="auto">
            <a:xfrm>
              <a:off x="648000" y="5789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/>
            <p:cNvSpPr/>
            <p:nvPr userDrawn="1"/>
          </p:nvSpPr>
          <p:spPr bwMode="auto">
            <a:xfrm>
              <a:off x="1296000" y="5141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/>
            <p:cNvSpPr/>
            <p:nvPr userDrawn="1"/>
          </p:nvSpPr>
          <p:spPr bwMode="auto">
            <a:xfrm>
              <a:off x="-1" y="6437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/>
            <p:cNvSpPr/>
            <p:nvPr userDrawn="1"/>
          </p:nvSpPr>
          <p:spPr bwMode="auto">
            <a:xfrm>
              <a:off x="-1" y="0"/>
              <a:ext cx="18287643" cy="5141913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10473429" y="1103086"/>
            <a:ext cx="6987257" cy="3849189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5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11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10473428" y="5274171"/>
            <a:ext cx="6987257" cy="3051494"/>
          </a:xfrm>
        </p:spPr>
        <p:txBody>
          <a:bodyPr>
            <a:normAutofit/>
          </a:bodyPr>
          <a:lstStyle>
            <a:lvl1pPr marL="342900" indent="-342900" algn="l">
              <a:spcBef>
                <a:spcPts val="1200"/>
              </a:spcBef>
              <a:buFont typeface="Wingdings" panose="05000000000000000000" pitchFamily="2" charset="2"/>
              <a:buChar char="n"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図プレースホルダー 19"/>
          <p:cNvSpPr>
            <a:spLocks noGrp="1"/>
          </p:cNvSpPr>
          <p:nvPr>
            <p:ph type="pic" sz="quarter" idx="12" hasCustomPrompt="1"/>
          </p:nvPr>
        </p:nvSpPr>
        <p:spPr>
          <a:xfrm>
            <a:off x="1056105" y="2800178"/>
            <a:ext cx="9177429" cy="515989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grpSp>
        <p:nvGrpSpPr>
          <p:cNvPr id="18" name="グループ化 17"/>
          <p:cNvGrpSpPr/>
          <p:nvPr userDrawn="1"/>
        </p:nvGrpSpPr>
        <p:grpSpPr>
          <a:xfrm>
            <a:off x="1056107" y="2279243"/>
            <a:ext cx="9177428" cy="523844"/>
            <a:chOff x="4888773" y="2065794"/>
            <a:chExt cx="8534400" cy="487140"/>
          </a:xfrm>
        </p:grpSpPr>
        <p:sp>
          <p:nvSpPr>
            <p:cNvPr id="19" name="角丸四角形 7"/>
            <p:cNvSpPr/>
            <p:nvPr userDrawn="1"/>
          </p:nvSpPr>
          <p:spPr>
            <a:xfrm>
              <a:off x="4888773" y="2065794"/>
              <a:ext cx="8534400" cy="487140"/>
            </a:xfrm>
            <a:custGeom>
              <a:avLst/>
              <a:gdLst/>
              <a:ahLst/>
              <a:cxnLst/>
              <a:rect l="l" t="t" r="r" b="b"/>
              <a:pathLst>
                <a:path w="8534400" h="487140">
                  <a:moveTo>
                    <a:pt x="148176" y="0"/>
                  </a:moveTo>
                  <a:lnTo>
                    <a:pt x="8386224" y="0"/>
                  </a:lnTo>
                  <a:cubicBezTo>
                    <a:pt x="8468059" y="0"/>
                    <a:pt x="8534400" y="66341"/>
                    <a:pt x="8534400" y="148176"/>
                  </a:cubicBezTo>
                  <a:lnTo>
                    <a:pt x="8534400" y="487140"/>
                  </a:lnTo>
                  <a:lnTo>
                    <a:pt x="0" y="487140"/>
                  </a:lnTo>
                  <a:lnTo>
                    <a:pt x="0" y="148176"/>
                  </a:lnTo>
                  <a:cubicBezTo>
                    <a:pt x="0" y="66341"/>
                    <a:pt x="66341" y="0"/>
                    <a:pt x="148176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正方形/長方形 19"/>
            <p:cNvSpPr/>
            <p:nvPr userDrawn="1"/>
          </p:nvSpPr>
          <p:spPr>
            <a:xfrm>
              <a:off x="4888773" y="2489434"/>
              <a:ext cx="8534400" cy="635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1" name="グループ化 20"/>
            <p:cNvGrpSpPr/>
            <p:nvPr userDrawn="1"/>
          </p:nvGrpSpPr>
          <p:grpSpPr>
            <a:xfrm>
              <a:off x="5071109" y="2204589"/>
              <a:ext cx="542925" cy="142875"/>
              <a:chOff x="2524125" y="1614487"/>
              <a:chExt cx="542925" cy="142875"/>
            </a:xfrm>
          </p:grpSpPr>
          <p:sp>
            <p:nvSpPr>
              <p:cNvPr id="26" name="円/楕円 29"/>
              <p:cNvSpPr/>
              <p:nvPr userDrawn="1"/>
            </p:nvSpPr>
            <p:spPr>
              <a:xfrm>
                <a:off x="2524125" y="1614487"/>
                <a:ext cx="142875" cy="14287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7" name="円/楕円 30"/>
              <p:cNvSpPr/>
              <p:nvPr userDrawn="1"/>
            </p:nvSpPr>
            <p:spPr>
              <a:xfrm>
                <a:off x="2724150" y="1614487"/>
                <a:ext cx="142875" cy="14287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8" name="円/楕円 31"/>
              <p:cNvSpPr/>
              <p:nvPr userDrawn="1"/>
            </p:nvSpPr>
            <p:spPr>
              <a:xfrm>
                <a:off x="2924175" y="1614487"/>
                <a:ext cx="142875" cy="1428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22" name="グループ化 21"/>
            <p:cNvGrpSpPr/>
            <p:nvPr userDrawn="1"/>
          </p:nvGrpSpPr>
          <p:grpSpPr>
            <a:xfrm>
              <a:off x="13043533" y="2180776"/>
              <a:ext cx="200026" cy="190500"/>
              <a:chOff x="7781924" y="1704975"/>
              <a:chExt cx="200026" cy="190500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23" name="正方形/長方形 22"/>
              <p:cNvSpPr/>
              <p:nvPr userDrawn="1"/>
            </p:nvSpPr>
            <p:spPr>
              <a:xfrm>
                <a:off x="7781925" y="1704975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4" name="正方形/長方形 23"/>
              <p:cNvSpPr/>
              <p:nvPr userDrawn="1"/>
            </p:nvSpPr>
            <p:spPr>
              <a:xfrm>
                <a:off x="7781925" y="1776413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5" name="正方形/長方形 24"/>
              <p:cNvSpPr/>
              <p:nvPr userDrawn="1"/>
            </p:nvSpPr>
            <p:spPr>
              <a:xfrm>
                <a:off x="7781924" y="1847850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89414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50"/>
                            </p:stCondLst>
                            <p:childTnLst>
                              <p:par>
                                <p:cTn id="1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  <p:bldP spid="17" grpId="1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グループ化 15"/>
          <p:cNvGrpSpPr/>
          <p:nvPr userDrawn="1"/>
        </p:nvGrpSpPr>
        <p:grpSpPr>
          <a:xfrm>
            <a:off x="-1" y="0"/>
            <a:ext cx="18287643" cy="7085913"/>
            <a:chOff x="-1" y="0"/>
            <a:chExt cx="18287643" cy="7085913"/>
          </a:xfrm>
          <a:solidFill>
            <a:schemeClr val="accent1"/>
          </a:solidFill>
        </p:grpSpPr>
        <p:sp>
          <p:nvSpPr>
            <p:cNvPr id="12" name="正方形/長方形 11"/>
            <p:cNvSpPr/>
            <p:nvPr userDrawn="1"/>
          </p:nvSpPr>
          <p:spPr bwMode="auto">
            <a:xfrm>
              <a:off x="0" y="5141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正方形/長方形 12"/>
            <p:cNvSpPr/>
            <p:nvPr userDrawn="1"/>
          </p:nvSpPr>
          <p:spPr bwMode="auto">
            <a:xfrm>
              <a:off x="648000" y="5789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/>
            <p:cNvSpPr/>
            <p:nvPr userDrawn="1"/>
          </p:nvSpPr>
          <p:spPr bwMode="auto">
            <a:xfrm>
              <a:off x="1296000" y="5141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/>
            <p:cNvSpPr/>
            <p:nvPr userDrawn="1"/>
          </p:nvSpPr>
          <p:spPr bwMode="auto">
            <a:xfrm>
              <a:off x="-1" y="6437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/>
            <p:cNvSpPr/>
            <p:nvPr userDrawn="1"/>
          </p:nvSpPr>
          <p:spPr bwMode="auto">
            <a:xfrm>
              <a:off x="-1" y="0"/>
              <a:ext cx="18287643" cy="5141913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0" name="図 2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146" y="361382"/>
            <a:ext cx="7911618" cy="6409096"/>
          </a:xfrm>
          <a:prstGeom prst="rect">
            <a:avLst/>
          </a:prstGeom>
        </p:spPr>
      </p:pic>
      <p:pic>
        <p:nvPicPr>
          <p:cNvPr id="31" name="図 3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0301" y="1323763"/>
            <a:ext cx="3830770" cy="5446715"/>
          </a:xfrm>
          <a:prstGeom prst="rect">
            <a:avLst/>
          </a:prstGeom>
        </p:spPr>
      </p:pic>
      <p:pic>
        <p:nvPicPr>
          <p:cNvPr id="32" name="図 3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296" y="2604814"/>
            <a:ext cx="2044962" cy="4165664"/>
          </a:xfrm>
          <a:prstGeom prst="rect">
            <a:avLst/>
          </a:prstGeom>
        </p:spPr>
      </p:pic>
      <p:sp>
        <p:nvSpPr>
          <p:cNvPr id="33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3394909" y="3135071"/>
            <a:ext cx="1709737" cy="310515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4" name="図プレースホルダー 8"/>
          <p:cNvSpPr>
            <a:spLocks noGrp="1"/>
          </p:cNvSpPr>
          <p:nvPr>
            <p:ph type="pic" sz="quarter" idx="13" hasCustomPrompt="1"/>
          </p:nvPr>
        </p:nvSpPr>
        <p:spPr>
          <a:xfrm>
            <a:off x="5489811" y="631412"/>
            <a:ext cx="7335815" cy="405623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5" name="図プレースホルダー 8"/>
          <p:cNvSpPr>
            <a:spLocks noGrp="1"/>
          </p:cNvSpPr>
          <p:nvPr>
            <p:ph type="pic" sz="quarter" idx="14" hasCustomPrompt="1"/>
          </p:nvPr>
        </p:nvSpPr>
        <p:spPr>
          <a:xfrm>
            <a:off x="13257470" y="1822452"/>
            <a:ext cx="3314700" cy="443458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grpSp>
        <p:nvGrpSpPr>
          <p:cNvPr id="36" name="グループ化 35"/>
          <p:cNvGrpSpPr/>
          <p:nvPr userDrawn="1"/>
        </p:nvGrpSpPr>
        <p:grpSpPr>
          <a:xfrm>
            <a:off x="8190907" y="7678639"/>
            <a:ext cx="1940630" cy="72008"/>
            <a:chOff x="6119664" y="3270498"/>
            <a:chExt cx="1940630" cy="72008"/>
          </a:xfrm>
        </p:grpSpPr>
        <p:sp>
          <p:nvSpPr>
            <p:cNvPr id="37" name="正方形/長方形 36"/>
            <p:cNvSpPr/>
            <p:nvPr userDrawn="1"/>
          </p:nvSpPr>
          <p:spPr>
            <a:xfrm>
              <a:off x="6765355" y="3270498"/>
              <a:ext cx="648072" cy="720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正方形/長方形 37"/>
            <p:cNvSpPr/>
            <p:nvPr userDrawn="1"/>
          </p:nvSpPr>
          <p:spPr>
            <a:xfrm>
              <a:off x="6119664" y="3270498"/>
              <a:ext cx="648072" cy="7200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正方形/長方形 38"/>
            <p:cNvSpPr/>
            <p:nvPr userDrawn="1"/>
          </p:nvSpPr>
          <p:spPr>
            <a:xfrm>
              <a:off x="7412222" y="3270498"/>
              <a:ext cx="648072" cy="720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0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4888291" y="7959431"/>
            <a:ext cx="8545863" cy="1423108"/>
          </a:xfrm>
        </p:spPr>
        <p:txBody>
          <a:bodyPr>
            <a:normAutofit/>
          </a:bodyPr>
          <a:lstStyle>
            <a:lvl1pPr algn="ctr"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4888291" y="6839484"/>
            <a:ext cx="8545863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49667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75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P spid="40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75989" y="3650343"/>
            <a:ext cx="17336022" cy="128004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kumimoji="1" lang="en-US" altLang="ja-JP" dirty="0"/>
              <a:t>Presentation Title</a:t>
            </a:r>
            <a:endParaRPr kumimoji="1" lang="ja-JP" altLang="en-US" dirty="0"/>
          </a:p>
        </p:txBody>
      </p:sp>
      <p:sp>
        <p:nvSpPr>
          <p:cNvPr id="9" name="正方形/長方形 8"/>
          <p:cNvSpPr/>
          <p:nvPr userDrawn="1"/>
        </p:nvSpPr>
        <p:spPr>
          <a:xfrm>
            <a:off x="8171304" y="5074275"/>
            <a:ext cx="648072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8819376" y="5074275"/>
            <a:ext cx="648072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9468624" y="5074275"/>
            <a:ext cx="648072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プレースホルダー 12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200400" y="5346700"/>
            <a:ext cx="11887200" cy="747032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sp>
        <p:nvSpPr>
          <p:cNvPr id="15" name="テキスト プレースホルダー 12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200400" y="8280400"/>
            <a:ext cx="11887200" cy="1654996"/>
          </a:xfrm>
        </p:spPr>
        <p:txBody>
          <a:bodyPr anchor="b">
            <a:normAutofit/>
          </a:bodyPr>
          <a:lstStyle>
            <a:lvl1pPr algn="ctr">
              <a:spcBef>
                <a:spcPts val="0"/>
              </a:spcBef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57830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  <p:bldP spid="10" grpId="0" animBg="1"/>
      <p:bldP spid="11" grpId="0" animBg="1"/>
      <p:bldP spid="1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Full Anim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/>
          <p:cNvSpPr/>
          <p:nvPr userDrawn="1"/>
        </p:nvSpPr>
        <p:spPr>
          <a:xfrm>
            <a:off x="0" y="0"/>
            <a:ext cx="18288000" cy="10285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/>
          <p:cNvSpPr/>
          <p:nvPr userDrawn="1"/>
        </p:nvSpPr>
        <p:spPr>
          <a:xfrm>
            <a:off x="0" y="0"/>
            <a:ext cx="18288000" cy="10285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3"/>
          <p:cNvSpPr/>
          <p:nvPr userDrawn="1"/>
        </p:nvSpPr>
        <p:spPr>
          <a:xfrm rot="10800000">
            <a:off x="14510655" y="-14515"/>
            <a:ext cx="6110514" cy="10299927"/>
          </a:xfrm>
          <a:custGeom>
            <a:avLst/>
            <a:gdLst>
              <a:gd name="connsiteX0" fmla="*/ 0 w 3831771"/>
              <a:gd name="connsiteY0" fmla="*/ 0 h 10285413"/>
              <a:gd name="connsiteX1" fmla="*/ 3831771 w 3831771"/>
              <a:gd name="connsiteY1" fmla="*/ 0 h 10285413"/>
              <a:gd name="connsiteX2" fmla="*/ 3831771 w 3831771"/>
              <a:gd name="connsiteY2" fmla="*/ 10285413 h 10285413"/>
              <a:gd name="connsiteX3" fmla="*/ 0 w 3831771"/>
              <a:gd name="connsiteY3" fmla="*/ 10285413 h 10285413"/>
              <a:gd name="connsiteX4" fmla="*/ 0 w 3831771"/>
              <a:gd name="connsiteY4" fmla="*/ 0 h 10285413"/>
              <a:gd name="connsiteX0" fmla="*/ 0 w 5936343"/>
              <a:gd name="connsiteY0" fmla="*/ 0 h 10299927"/>
              <a:gd name="connsiteX1" fmla="*/ 5936343 w 5936343"/>
              <a:gd name="connsiteY1" fmla="*/ 14514 h 10299927"/>
              <a:gd name="connsiteX2" fmla="*/ 5936343 w 5936343"/>
              <a:gd name="connsiteY2" fmla="*/ 10299927 h 10299927"/>
              <a:gd name="connsiteX3" fmla="*/ 2104572 w 5936343"/>
              <a:gd name="connsiteY3" fmla="*/ 10299927 h 10299927"/>
              <a:gd name="connsiteX4" fmla="*/ 0 w 5936343"/>
              <a:gd name="connsiteY4" fmla="*/ 0 h 10299927"/>
              <a:gd name="connsiteX0" fmla="*/ 0 w 8215086"/>
              <a:gd name="connsiteY0" fmla="*/ 0 h 10299927"/>
              <a:gd name="connsiteX1" fmla="*/ 5936343 w 8215086"/>
              <a:gd name="connsiteY1" fmla="*/ 14514 h 10299927"/>
              <a:gd name="connsiteX2" fmla="*/ 8215086 w 8215086"/>
              <a:gd name="connsiteY2" fmla="*/ 10299927 h 10299927"/>
              <a:gd name="connsiteX3" fmla="*/ 2104572 w 8215086"/>
              <a:gd name="connsiteY3" fmla="*/ 10299927 h 10299927"/>
              <a:gd name="connsiteX4" fmla="*/ 0 w 8215086"/>
              <a:gd name="connsiteY4" fmla="*/ 0 h 10299927"/>
              <a:gd name="connsiteX0" fmla="*/ 1059543 w 6110514"/>
              <a:gd name="connsiteY0" fmla="*/ 0 h 10299927"/>
              <a:gd name="connsiteX1" fmla="*/ 3831771 w 6110514"/>
              <a:gd name="connsiteY1" fmla="*/ 14514 h 10299927"/>
              <a:gd name="connsiteX2" fmla="*/ 6110514 w 6110514"/>
              <a:gd name="connsiteY2" fmla="*/ 10299927 h 10299927"/>
              <a:gd name="connsiteX3" fmla="*/ 0 w 6110514"/>
              <a:gd name="connsiteY3" fmla="*/ 10299927 h 10299927"/>
              <a:gd name="connsiteX4" fmla="*/ 1059543 w 6110514"/>
              <a:gd name="connsiteY4" fmla="*/ 0 h 10299927"/>
              <a:gd name="connsiteX0" fmla="*/ 1059543 w 6110514"/>
              <a:gd name="connsiteY0" fmla="*/ 0 h 10299927"/>
              <a:gd name="connsiteX1" fmla="*/ 4746171 w 6110514"/>
              <a:gd name="connsiteY1" fmla="*/ 0 h 10299927"/>
              <a:gd name="connsiteX2" fmla="*/ 6110514 w 6110514"/>
              <a:gd name="connsiteY2" fmla="*/ 10299927 h 10299927"/>
              <a:gd name="connsiteX3" fmla="*/ 0 w 6110514"/>
              <a:gd name="connsiteY3" fmla="*/ 10299927 h 10299927"/>
              <a:gd name="connsiteX4" fmla="*/ 1059543 w 6110514"/>
              <a:gd name="connsiteY4" fmla="*/ 0 h 10299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0514" h="10299927">
                <a:moveTo>
                  <a:pt x="1059543" y="0"/>
                </a:moveTo>
                <a:lnTo>
                  <a:pt x="4746171" y="0"/>
                </a:lnTo>
                <a:lnTo>
                  <a:pt x="6110514" y="10299927"/>
                </a:lnTo>
                <a:lnTo>
                  <a:pt x="0" y="10299927"/>
                </a:lnTo>
                <a:lnTo>
                  <a:pt x="1059543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正方形/長方形 3"/>
          <p:cNvSpPr/>
          <p:nvPr userDrawn="1"/>
        </p:nvSpPr>
        <p:spPr>
          <a:xfrm>
            <a:off x="-1988456" y="0"/>
            <a:ext cx="9760856" cy="10314442"/>
          </a:xfrm>
          <a:custGeom>
            <a:avLst/>
            <a:gdLst>
              <a:gd name="connsiteX0" fmla="*/ 0 w 3831771"/>
              <a:gd name="connsiteY0" fmla="*/ 0 h 10285413"/>
              <a:gd name="connsiteX1" fmla="*/ 3831771 w 3831771"/>
              <a:gd name="connsiteY1" fmla="*/ 0 h 10285413"/>
              <a:gd name="connsiteX2" fmla="*/ 3831771 w 3831771"/>
              <a:gd name="connsiteY2" fmla="*/ 10285413 h 10285413"/>
              <a:gd name="connsiteX3" fmla="*/ 0 w 3831771"/>
              <a:gd name="connsiteY3" fmla="*/ 10285413 h 10285413"/>
              <a:gd name="connsiteX4" fmla="*/ 0 w 3831771"/>
              <a:gd name="connsiteY4" fmla="*/ 0 h 10285413"/>
              <a:gd name="connsiteX0" fmla="*/ 0 w 5936343"/>
              <a:gd name="connsiteY0" fmla="*/ 0 h 10299927"/>
              <a:gd name="connsiteX1" fmla="*/ 5936343 w 5936343"/>
              <a:gd name="connsiteY1" fmla="*/ 14514 h 10299927"/>
              <a:gd name="connsiteX2" fmla="*/ 5936343 w 5936343"/>
              <a:gd name="connsiteY2" fmla="*/ 10299927 h 10299927"/>
              <a:gd name="connsiteX3" fmla="*/ 2104572 w 5936343"/>
              <a:gd name="connsiteY3" fmla="*/ 10299927 h 10299927"/>
              <a:gd name="connsiteX4" fmla="*/ 0 w 5936343"/>
              <a:gd name="connsiteY4" fmla="*/ 0 h 10299927"/>
              <a:gd name="connsiteX0" fmla="*/ 0 w 8215086"/>
              <a:gd name="connsiteY0" fmla="*/ 0 h 10299927"/>
              <a:gd name="connsiteX1" fmla="*/ 5936343 w 8215086"/>
              <a:gd name="connsiteY1" fmla="*/ 14514 h 10299927"/>
              <a:gd name="connsiteX2" fmla="*/ 8215086 w 8215086"/>
              <a:gd name="connsiteY2" fmla="*/ 10299927 h 10299927"/>
              <a:gd name="connsiteX3" fmla="*/ 2104572 w 8215086"/>
              <a:gd name="connsiteY3" fmla="*/ 10299927 h 10299927"/>
              <a:gd name="connsiteX4" fmla="*/ 0 w 8215086"/>
              <a:gd name="connsiteY4" fmla="*/ 0 h 10299927"/>
              <a:gd name="connsiteX0" fmla="*/ 1059543 w 6110514"/>
              <a:gd name="connsiteY0" fmla="*/ 0 h 10299927"/>
              <a:gd name="connsiteX1" fmla="*/ 3831771 w 6110514"/>
              <a:gd name="connsiteY1" fmla="*/ 14514 h 10299927"/>
              <a:gd name="connsiteX2" fmla="*/ 6110514 w 6110514"/>
              <a:gd name="connsiteY2" fmla="*/ 10299927 h 10299927"/>
              <a:gd name="connsiteX3" fmla="*/ 0 w 6110514"/>
              <a:gd name="connsiteY3" fmla="*/ 10299927 h 10299927"/>
              <a:gd name="connsiteX4" fmla="*/ 1059543 w 6110514"/>
              <a:gd name="connsiteY4" fmla="*/ 0 h 10299927"/>
              <a:gd name="connsiteX0" fmla="*/ 1059543 w 6110514"/>
              <a:gd name="connsiteY0" fmla="*/ 0 h 10299927"/>
              <a:gd name="connsiteX1" fmla="*/ 4746171 w 6110514"/>
              <a:gd name="connsiteY1" fmla="*/ 0 h 10299927"/>
              <a:gd name="connsiteX2" fmla="*/ 6110514 w 6110514"/>
              <a:gd name="connsiteY2" fmla="*/ 10299927 h 10299927"/>
              <a:gd name="connsiteX3" fmla="*/ 0 w 6110514"/>
              <a:gd name="connsiteY3" fmla="*/ 10299927 h 10299927"/>
              <a:gd name="connsiteX4" fmla="*/ 1059543 w 6110514"/>
              <a:gd name="connsiteY4" fmla="*/ 0 h 10299927"/>
              <a:gd name="connsiteX0" fmla="*/ 1059543 w 10566400"/>
              <a:gd name="connsiteY0" fmla="*/ 0 h 10328956"/>
              <a:gd name="connsiteX1" fmla="*/ 4746171 w 10566400"/>
              <a:gd name="connsiteY1" fmla="*/ 0 h 10328956"/>
              <a:gd name="connsiteX2" fmla="*/ 10566400 w 10566400"/>
              <a:gd name="connsiteY2" fmla="*/ 10328956 h 10328956"/>
              <a:gd name="connsiteX3" fmla="*/ 0 w 10566400"/>
              <a:gd name="connsiteY3" fmla="*/ 10299927 h 10328956"/>
              <a:gd name="connsiteX4" fmla="*/ 1059543 w 10566400"/>
              <a:gd name="connsiteY4" fmla="*/ 0 h 10328956"/>
              <a:gd name="connsiteX0" fmla="*/ 1059543 w 6560457"/>
              <a:gd name="connsiteY0" fmla="*/ 0 h 10314442"/>
              <a:gd name="connsiteX1" fmla="*/ 4746171 w 6560457"/>
              <a:gd name="connsiteY1" fmla="*/ 0 h 10314442"/>
              <a:gd name="connsiteX2" fmla="*/ 6560457 w 6560457"/>
              <a:gd name="connsiteY2" fmla="*/ 10314442 h 10314442"/>
              <a:gd name="connsiteX3" fmla="*/ 0 w 6560457"/>
              <a:gd name="connsiteY3" fmla="*/ 10299927 h 10314442"/>
              <a:gd name="connsiteX4" fmla="*/ 1059543 w 6560457"/>
              <a:gd name="connsiteY4" fmla="*/ 0 h 10314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0457" h="10314442">
                <a:moveTo>
                  <a:pt x="1059543" y="0"/>
                </a:moveTo>
                <a:lnTo>
                  <a:pt x="4746171" y="0"/>
                </a:lnTo>
                <a:lnTo>
                  <a:pt x="6560457" y="10314442"/>
                </a:lnTo>
                <a:lnTo>
                  <a:pt x="0" y="10299927"/>
                </a:lnTo>
                <a:lnTo>
                  <a:pt x="105954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3"/>
          <p:cNvSpPr/>
          <p:nvPr userDrawn="1"/>
        </p:nvSpPr>
        <p:spPr>
          <a:xfrm>
            <a:off x="8772070" y="0"/>
            <a:ext cx="9811657" cy="10314442"/>
          </a:xfrm>
          <a:custGeom>
            <a:avLst/>
            <a:gdLst>
              <a:gd name="connsiteX0" fmla="*/ 0 w 3831771"/>
              <a:gd name="connsiteY0" fmla="*/ 0 h 10285413"/>
              <a:gd name="connsiteX1" fmla="*/ 3831771 w 3831771"/>
              <a:gd name="connsiteY1" fmla="*/ 0 h 10285413"/>
              <a:gd name="connsiteX2" fmla="*/ 3831771 w 3831771"/>
              <a:gd name="connsiteY2" fmla="*/ 10285413 h 10285413"/>
              <a:gd name="connsiteX3" fmla="*/ 0 w 3831771"/>
              <a:gd name="connsiteY3" fmla="*/ 10285413 h 10285413"/>
              <a:gd name="connsiteX4" fmla="*/ 0 w 3831771"/>
              <a:gd name="connsiteY4" fmla="*/ 0 h 10285413"/>
              <a:gd name="connsiteX0" fmla="*/ 0 w 5936343"/>
              <a:gd name="connsiteY0" fmla="*/ 0 h 10299927"/>
              <a:gd name="connsiteX1" fmla="*/ 5936343 w 5936343"/>
              <a:gd name="connsiteY1" fmla="*/ 14514 h 10299927"/>
              <a:gd name="connsiteX2" fmla="*/ 5936343 w 5936343"/>
              <a:gd name="connsiteY2" fmla="*/ 10299927 h 10299927"/>
              <a:gd name="connsiteX3" fmla="*/ 2104572 w 5936343"/>
              <a:gd name="connsiteY3" fmla="*/ 10299927 h 10299927"/>
              <a:gd name="connsiteX4" fmla="*/ 0 w 5936343"/>
              <a:gd name="connsiteY4" fmla="*/ 0 h 10299927"/>
              <a:gd name="connsiteX0" fmla="*/ 0 w 8215086"/>
              <a:gd name="connsiteY0" fmla="*/ 0 h 10299927"/>
              <a:gd name="connsiteX1" fmla="*/ 5936343 w 8215086"/>
              <a:gd name="connsiteY1" fmla="*/ 14514 h 10299927"/>
              <a:gd name="connsiteX2" fmla="*/ 8215086 w 8215086"/>
              <a:gd name="connsiteY2" fmla="*/ 10299927 h 10299927"/>
              <a:gd name="connsiteX3" fmla="*/ 2104572 w 8215086"/>
              <a:gd name="connsiteY3" fmla="*/ 10299927 h 10299927"/>
              <a:gd name="connsiteX4" fmla="*/ 0 w 8215086"/>
              <a:gd name="connsiteY4" fmla="*/ 0 h 10299927"/>
              <a:gd name="connsiteX0" fmla="*/ 1059543 w 6110514"/>
              <a:gd name="connsiteY0" fmla="*/ 0 h 10299927"/>
              <a:gd name="connsiteX1" fmla="*/ 3831771 w 6110514"/>
              <a:gd name="connsiteY1" fmla="*/ 14514 h 10299927"/>
              <a:gd name="connsiteX2" fmla="*/ 6110514 w 6110514"/>
              <a:gd name="connsiteY2" fmla="*/ 10299927 h 10299927"/>
              <a:gd name="connsiteX3" fmla="*/ 0 w 6110514"/>
              <a:gd name="connsiteY3" fmla="*/ 10299927 h 10299927"/>
              <a:gd name="connsiteX4" fmla="*/ 1059543 w 6110514"/>
              <a:gd name="connsiteY4" fmla="*/ 0 h 10299927"/>
              <a:gd name="connsiteX0" fmla="*/ 1059543 w 9811657"/>
              <a:gd name="connsiteY0" fmla="*/ 14515 h 10314442"/>
              <a:gd name="connsiteX1" fmla="*/ 9811657 w 9811657"/>
              <a:gd name="connsiteY1" fmla="*/ 0 h 10314442"/>
              <a:gd name="connsiteX2" fmla="*/ 6110514 w 9811657"/>
              <a:gd name="connsiteY2" fmla="*/ 10314442 h 10314442"/>
              <a:gd name="connsiteX3" fmla="*/ 0 w 9811657"/>
              <a:gd name="connsiteY3" fmla="*/ 10314442 h 10314442"/>
              <a:gd name="connsiteX4" fmla="*/ 1059543 w 9811657"/>
              <a:gd name="connsiteY4" fmla="*/ 14515 h 10314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11657" h="10314442">
                <a:moveTo>
                  <a:pt x="1059543" y="14515"/>
                </a:moveTo>
                <a:lnTo>
                  <a:pt x="9811657" y="0"/>
                </a:lnTo>
                <a:lnTo>
                  <a:pt x="6110514" y="10314442"/>
                </a:lnTo>
                <a:lnTo>
                  <a:pt x="0" y="10314442"/>
                </a:lnTo>
                <a:lnTo>
                  <a:pt x="1059543" y="14515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正方形/長方形 3"/>
          <p:cNvSpPr/>
          <p:nvPr userDrawn="1"/>
        </p:nvSpPr>
        <p:spPr>
          <a:xfrm rot="10800000">
            <a:off x="4749800" y="0"/>
            <a:ext cx="6110514" cy="10299927"/>
          </a:xfrm>
          <a:custGeom>
            <a:avLst/>
            <a:gdLst>
              <a:gd name="connsiteX0" fmla="*/ 0 w 3831771"/>
              <a:gd name="connsiteY0" fmla="*/ 0 h 10285413"/>
              <a:gd name="connsiteX1" fmla="*/ 3831771 w 3831771"/>
              <a:gd name="connsiteY1" fmla="*/ 0 h 10285413"/>
              <a:gd name="connsiteX2" fmla="*/ 3831771 w 3831771"/>
              <a:gd name="connsiteY2" fmla="*/ 10285413 h 10285413"/>
              <a:gd name="connsiteX3" fmla="*/ 0 w 3831771"/>
              <a:gd name="connsiteY3" fmla="*/ 10285413 h 10285413"/>
              <a:gd name="connsiteX4" fmla="*/ 0 w 3831771"/>
              <a:gd name="connsiteY4" fmla="*/ 0 h 10285413"/>
              <a:gd name="connsiteX0" fmla="*/ 0 w 5936343"/>
              <a:gd name="connsiteY0" fmla="*/ 0 h 10299927"/>
              <a:gd name="connsiteX1" fmla="*/ 5936343 w 5936343"/>
              <a:gd name="connsiteY1" fmla="*/ 14514 h 10299927"/>
              <a:gd name="connsiteX2" fmla="*/ 5936343 w 5936343"/>
              <a:gd name="connsiteY2" fmla="*/ 10299927 h 10299927"/>
              <a:gd name="connsiteX3" fmla="*/ 2104572 w 5936343"/>
              <a:gd name="connsiteY3" fmla="*/ 10299927 h 10299927"/>
              <a:gd name="connsiteX4" fmla="*/ 0 w 5936343"/>
              <a:gd name="connsiteY4" fmla="*/ 0 h 10299927"/>
              <a:gd name="connsiteX0" fmla="*/ 0 w 8215086"/>
              <a:gd name="connsiteY0" fmla="*/ 0 h 10299927"/>
              <a:gd name="connsiteX1" fmla="*/ 5936343 w 8215086"/>
              <a:gd name="connsiteY1" fmla="*/ 14514 h 10299927"/>
              <a:gd name="connsiteX2" fmla="*/ 8215086 w 8215086"/>
              <a:gd name="connsiteY2" fmla="*/ 10299927 h 10299927"/>
              <a:gd name="connsiteX3" fmla="*/ 2104572 w 8215086"/>
              <a:gd name="connsiteY3" fmla="*/ 10299927 h 10299927"/>
              <a:gd name="connsiteX4" fmla="*/ 0 w 8215086"/>
              <a:gd name="connsiteY4" fmla="*/ 0 h 10299927"/>
              <a:gd name="connsiteX0" fmla="*/ 1059543 w 6110514"/>
              <a:gd name="connsiteY0" fmla="*/ 0 h 10299927"/>
              <a:gd name="connsiteX1" fmla="*/ 3831771 w 6110514"/>
              <a:gd name="connsiteY1" fmla="*/ 14514 h 10299927"/>
              <a:gd name="connsiteX2" fmla="*/ 6110514 w 6110514"/>
              <a:gd name="connsiteY2" fmla="*/ 10299927 h 10299927"/>
              <a:gd name="connsiteX3" fmla="*/ 0 w 6110514"/>
              <a:gd name="connsiteY3" fmla="*/ 10299927 h 10299927"/>
              <a:gd name="connsiteX4" fmla="*/ 1059543 w 6110514"/>
              <a:gd name="connsiteY4" fmla="*/ 0 h 10299927"/>
              <a:gd name="connsiteX0" fmla="*/ 1059543 w 6110514"/>
              <a:gd name="connsiteY0" fmla="*/ 0 h 10299927"/>
              <a:gd name="connsiteX1" fmla="*/ 4746171 w 6110514"/>
              <a:gd name="connsiteY1" fmla="*/ 0 h 10299927"/>
              <a:gd name="connsiteX2" fmla="*/ 6110514 w 6110514"/>
              <a:gd name="connsiteY2" fmla="*/ 10299927 h 10299927"/>
              <a:gd name="connsiteX3" fmla="*/ 0 w 6110514"/>
              <a:gd name="connsiteY3" fmla="*/ 10299927 h 10299927"/>
              <a:gd name="connsiteX4" fmla="*/ 1059543 w 6110514"/>
              <a:gd name="connsiteY4" fmla="*/ 0 h 10299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0514" h="10299927">
                <a:moveTo>
                  <a:pt x="1059543" y="0"/>
                </a:moveTo>
                <a:lnTo>
                  <a:pt x="4746171" y="0"/>
                </a:lnTo>
                <a:lnTo>
                  <a:pt x="6110514" y="10299927"/>
                </a:lnTo>
                <a:lnTo>
                  <a:pt x="0" y="10299927"/>
                </a:lnTo>
                <a:lnTo>
                  <a:pt x="1059543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正方形/長方形 3"/>
          <p:cNvSpPr/>
          <p:nvPr userDrawn="1"/>
        </p:nvSpPr>
        <p:spPr>
          <a:xfrm rot="10800000">
            <a:off x="8931726" y="-43543"/>
            <a:ext cx="9506857" cy="10328956"/>
          </a:xfrm>
          <a:custGeom>
            <a:avLst/>
            <a:gdLst>
              <a:gd name="connsiteX0" fmla="*/ 0 w 3831771"/>
              <a:gd name="connsiteY0" fmla="*/ 0 h 10285413"/>
              <a:gd name="connsiteX1" fmla="*/ 3831771 w 3831771"/>
              <a:gd name="connsiteY1" fmla="*/ 0 h 10285413"/>
              <a:gd name="connsiteX2" fmla="*/ 3831771 w 3831771"/>
              <a:gd name="connsiteY2" fmla="*/ 10285413 h 10285413"/>
              <a:gd name="connsiteX3" fmla="*/ 0 w 3831771"/>
              <a:gd name="connsiteY3" fmla="*/ 10285413 h 10285413"/>
              <a:gd name="connsiteX4" fmla="*/ 0 w 3831771"/>
              <a:gd name="connsiteY4" fmla="*/ 0 h 10285413"/>
              <a:gd name="connsiteX0" fmla="*/ 0 w 5936343"/>
              <a:gd name="connsiteY0" fmla="*/ 0 h 10299927"/>
              <a:gd name="connsiteX1" fmla="*/ 5936343 w 5936343"/>
              <a:gd name="connsiteY1" fmla="*/ 14514 h 10299927"/>
              <a:gd name="connsiteX2" fmla="*/ 5936343 w 5936343"/>
              <a:gd name="connsiteY2" fmla="*/ 10299927 h 10299927"/>
              <a:gd name="connsiteX3" fmla="*/ 2104572 w 5936343"/>
              <a:gd name="connsiteY3" fmla="*/ 10299927 h 10299927"/>
              <a:gd name="connsiteX4" fmla="*/ 0 w 5936343"/>
              <a:gd name="connsiteY4" fmla="*/ 0 h 10299927"/>
              <a:gd name="connsiteX0" fmla="*/ 0 w 8215086"/>
              <a:gd name="connsiteY0" fmla="*/ 0 h 10299927"/>
              <a:gd name="connsiteX1" fmla="*/ 5936343 w 8215086"/>
              <a:gd name="connsiteY1" fmla="*/ 14514 h 10299927"/>
              <a:gd name="connsiteX2" fmla="*/ 8215086 w 8215086"/>
              <a:gd name="connsiteY2" fmla="*/ 10299927 h 10299927"/>
              <a:gd name="connsiteX3" fmla="*/ 2104572 w 8215086"/>
              <a:gd name="connsiteY3" fmla="*/ 10299927 h 10299927"/>
              <a:gd name="connsiteX4" fmla="*/ 0 w 8215086"/>
              <a:gd name="connsiteY4" fmla="*/ 0 h 10299927"/>
              <a:gd name="connsiteX0" fmla="*/ 1059543 w 6110514"/>
              <a:gd name="connsiteY0" fmla="*/ 0 h 10299927"/>
              <a:gd name="connsiteX1" fmla="*/ 3831771 w 6110514"/>
              <a:gd name="connsiteY1" fmla="*/ 14514 h 10299927"/>
              <a:gd name="connsiteX2" fmla="*/ 6110514 w 6110514"/>
              <a:gd name="connsiteY2" fmla="*/ 10299927 h 10299927"/>
              <a:gd name="connsiteX3" fmla="*/ 0 w 6110514"/>
              <a:gd name="connsiteY3" fmla="*/ 10299927 h 10299927"/>
              <a:gd name="connsiteX4" fmla="*/ 1059543 w 6110514"/>
              <a:gd name="connsiteY4" fmla="*/ 0 h 10299927"/>
              <a:gd name="connsiteX0" fmla="*/ 1059543 w 6110514"/>
              <a:gd name="connsiteY0" fmla="*/ 0 h 10299927"/>
              <a:gd name="connsiteX1" fmla="*/ 4746171 w 6110514"/>
              <a:gd name="connsiteY1" fmla="*/ 0 h 10299927"/>
              <a:gd name="connsiteX2" fmla="*/ 6110514 w 6110514"/>
              <a:gd name="connsiteY2" fmla="*/ 10299927 h 10299927"/>
              <a:gd name="connsiteX3" fmla="*/ 0 w 6110514"/>
              <a:gd name="connsiteY3" fmla="*/ 10299927 h 10299927"/>
              <a:gd name="connsiteX4" fmla="*/ 1059543 w 6110514"/>
              <a:gd name="connsiteY4" fmla="*/ 0 h 10299927"/>
              <a:gd name="connsiteX0" fmla="*/ 1059543 w 10566400"/>
              <a:gd name="connsiteY0" fmla="*/ 0 h 10328956"/>
              <a:gd name="connsiteX1" fmla="*/ 4746171 w 10566400"/>
              <a:gd name="connsiteY1" fmla="*/ 0 h 10328956"/>
              <a:gd name="connsiteX2" fmla="*/ 10566400 w 10566400"/>
              <a:gd name="connsiteY2" fmla="*/ 10328956 h 10328956"/>
              <a:gd name="connsiteX3" fmla="*/ 0 w 10566400"/>
              <a:gd name="connsiteY3" fmla="*/ 10299927 h 10328956"/>
              <a:gd name="connsiteX4" fmla="*/ 1059543 w 10566400"/>
              <a:gd name="connsiteY4" fmla="*/ 0 h 10328956"/>
              <a:gd name="connsiteX0" fmla="*/ 0 w 9506857"/>
              <a:gd name="connsiteY0" fmla="*/ 0 h 10328956"/>
              <a:gd name="connsiteX1" fmla="*/ 3686628 w 9506857"/>
              <a:gd name="connsiteY1" fmla="*/ 0 h 10328956"/>
              <a:gd name="connsiteX2" fmla="*/ 9506857 w 9506857"/>
              <a:gd name="connsiteY2" fmla="*/ 10328956 h 10328956"/>
              <a:gd name="connsiteX3" fmla="*/ 4601028 w 9506857"/>
              <a:gd name="connsiteY3" fmla="*/ 10314441 h 10328956"/>
              <a:gd name="connsiteX4" fmla="*/ 0 w 9506857"/>
              <a:gd name="connsiteY4" fmla="*/ 0 h 10328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06857" h="10328956">
                <a:moveTo>
                  <a:pt x="0" y="0"/>
                </a:moveTo>
                <a:lnTo>
                  <a:pt x="3686628" y="0"/>
                </a:lnTo>
                <a:lnTo>
                  <a:pt x="9506857" y="10328956"/>
                </a:lnTo>
                <a:lnTo>
                  <a:pt x="4601028" y="1031444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直角三角形 4"/>
          <p:cNvSpPr/>
          <p:nvPr userDrawn="1"/>
        </p:nvSpPr>
        <p:spPr>
          <a:xfrm rot="5400000">
            <a:off x="3956957" y="-4047444"/>
            <a:ext cx="10414005" cy="18438582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直角三角形 18"/>
          <p:cNvSpPr/>
          <p:nvPr userDrawn="1"/>
        </p:nvSpPr>
        <p:spPr>
          <a:xfrm rot="16200000">
            <a:off x="3979522" y="-3986781"/>
            <a:ext cx="10328958" cy="18288001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直角三角形 25"/>
          <p:cNvSpPr/>
          <p:nvPr userDrawn="1"/>
        </p:nvSpPr>
        <p:spPr>
          <a:xfrm rot="5400000">
            <a:off x="3969137" y="-4049777"/>
            <a:ext cx="10391461" cy="18398666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直角三角形 26"/>
          <p:cNvSpPr/>
          <p:nvPr userDrawn="1"/>
        </p:nvSpPr>
        <p:spPr>
          <a:xfrm rot="16200000">
            <a:off x="3979521" y="-4001294"/>
            <a:ext cx="10328958" cy="18288001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直角三角形 27"/>
          <p:cNvSpPr/>
          <p:nvPr userDrawn="1"/>
        </p:nvSpPr>
        <p:spPr>
          <a:xfrm rot="5400000">
            <a:off x="3887541" y="-4034279"/>
            <a:ext cx="10430401" cy="18467612"/>
          </a:xfrm>
          <a:prstGeom prst="rt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直角三角形 28"/>
          <p:cNvSpPr/>
          <p:nvPr userDrawn="1"/>
        </p:nvSpPr>
        <p:spPr>
          <a:xfrm rot="16200000">
            <a:off x="3979521" y="-4001294"/>
            <a:ext cx="10328958" cy="18288001"/>
          </a:xfrm>
          <a:prstGeom prst="rt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0" y="0"/>
            <a:ext cx="18288000" cy="10285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タイトル 1"/>
          <p:cNvSpPr>
            <a:spLocks noGrp="1"/>
          </p:cNvSpPr>
          <p:nvPr>
            <p:ph type="title" hasCustomPrompt="1"/>
          </p:nvPr>
        </p:nvSpPr>
        <p:spPr>
          <a:xfrm>
            <a:off x="475989" y="3650343"/>
            <a:ext cx="17336022" cy="128004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kumimoji="1" lang="en-US" altLang="ja-JP" dirty="0"/>
              <a:t>Presentation Title</a:t>
            </a:r>
            <a:endParaRPr kumimoji="1" lang="ja-JP" altLang="en-US" dirty="0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8171304" y="5074275"/>
            <a:ext cx="648072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8819376" y="5074275"/>
            <a:ext cx="648072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9468624" y="5074275"/>
            <a:ext cx="648072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3200400" y="5346700"/>
            <a:ext cx="11887200" cy="747032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sp>
        <p:nvSpPr>
          <p:cNvPr id="36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3200400" y="8280400"/>
            <a:ext cx="11887200" cy="1654996"/>
          </a:xfrm>
        </p:spPr>
        <p:txBody>
          <a:bodyPr anchor="b">
            <a:normAutofit/>
          </a:bodyPr>
          <a:lstStyle>
            <a:lvl1pPr algn="ctr">
              <a:spcBef>
                <a:spcPts val="0"/>
              </a:spcBef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60075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2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" presetClass="exit" presetSubtype="2" accel="10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" presetClass="exit" presetSubtype="2" accel="100000" fill="hold" grpId="2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" presetClass="exit" presetSubtype="8" ac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" presetClass="exit" presetSubtype="8" accel="100000" fill="hold" grpId="2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" presetClass="exit" presetSubtype="8" ac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00"/>
                            </p:stCondLst>
                            <p:childTnLst>
                              <p:par>
                                <p:cTn id="77" presetID="2" presetClass="entr" presetSubtype="6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9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6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xit" presetSubtype="9" accel="10000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2" presetClass="exit" presetSubtype="6" accel="10000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350"/>
                            </p:stCondLst>
                            <p:childTnLst>
                              <p:par>
                                <p:cTn id="11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4100"/>
                            </p:stCondLst>
                            <p:childTnLst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460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100"/>
                            </p:stCondLst>
                            <p:childTnLst>
                              <p:par>
                                <p:cTn id="1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600"/>
                            </p:stCondLst>
                            <p:childTnLst>
                              <p:par>
                                <p:cTn id="13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6100"/>
                            </p:stCondLst>
                            <p:childTnLst>
                              <p:par>
                                <p:cTn id="136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7" grpId="2" animBg="1"/>
      <p:bldP spid="16" grpId="0" animBg="1"/>
      <p:bldP spid="16" grpId="1" animBg="1"/>
      <p:bldP spid="16" grpId="2" animBg="1"/>
      <p:bldP spid="4" grpId="0" animBg="1"/>
      <p:bldP spid="4" grpId="1" animBg="1"/>
      <p:bldP spid="4" grpId="2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5" grpId="0" animBg="1"/>
      <p:bldP spid="19" grpId="0" animBg="1"/>
      <p:bldP spid="26" grpId="0" animBg="1"/>
      <p:bldP spid="27" grpId="0" animBg="1"/>
      <p:bldP spid="28" grpId="0" animBg="1"/>
      <p:bldP spid="28" grpId="1" animBg="1"/>
      <p:bldP spid="29" grpId="0" animBg="1"/>
      <p:bldP spid="29" grpId="1" animBg="1"/>
      <p:bldP spid="30" grpId="0" animBg="1"/>
      <p:bldP spid="31" grpId="0"/>
      <p:bldP spid="32" grpId="0" animBg="1"/>
      <p:bldP spid="33" grpId="0" animBg="1"/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75989" y="3650343"/>
            <a:ext cx="17336022" cy="128004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kumimoji="1" lang="en-US" altLang="ja-JP" dirty="0"/>
              <a:t>Presentation Title</a:t>
            </a:r>
            <a:endParaRPr kumimoji="1" lang="ja-JP" altLang="en-US" dirty="0"/>
          </a:p>
        </p:txBody>
      </p:sp>
      <p:sp>
        <p:nvSpPr>
          <p:cNvPr id="9" name="正方形/長方形 8"/>
          <p:cNvSpPr/>
          <p:nvPr userDrawn="1"/>
        </p:nvSpPr>
        <p:spPr>
          <a:xfrm>
            <a:off x="8171304" y="5074275"/>
            <a:ext cx="648072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8819376" y="5074275"/>
            <a:ext cx="648072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9468624" y="5074275"/>
            <a:ext cx="648072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プレースホルダー 12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200400" y="5346700"/>
            <a:ext cx="11887200" cy="747032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sp>
        <p:nvSpPr>
          <p:cNvPr id="15" name="テキスト プレースホルダー 12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200400" y="8280400"/>
            <a:ext cx="11887200" cy="1654996"/>
          </a:xfrm>
        </p:spPr>
        <p:txBody>
          <a:bodyPr anchor="b">
            <a:normAutofit/>
          </a:bodyPr>
          <a:lstStyle>
            <a:lvl1pPr algn="ctr">
              <a:spcBef>
                <a:spcPts val="0"/>
              </a:spcBef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6386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  <p:bldP spid="10" grpId="0" animBg="1"/>
      <p:bldP spid="11" grpId="0" animBg="1"/>
      <p:bldP spid="1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8000" cy="10285413"/>
          </a:xfrm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 full screen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1248229" y="0"/>
            <a:ext cx="6400801" cy="10285413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1605165" y="1925052"/>
            <a:ext cx="5686928" cy="4347411"/>
          </a:xfrm>
          <a:noFill/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0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1605165" y="6104021"/>
            <a:ext cx="5686928" cy="1211179"/>
          </a:xfrm>
          <a:noFill/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Section Name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24" hasCustomPrompt="1"/>
          </p:nvPr>
        </p:nvSpPr>
        <p:spPr>
          <a:xfrm>
            <a:off x="8945030" y="9637413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25" hasCustomPrompt="1"/>
          </p:nvPr>
        </p:nvSpPr>
        <p:spPr>
          <a:xfrm>
            <a:off x="8297030" y="8989413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26" hasCustomPrompt="1"/>
          </p:nvPr>
        </p:nvSpPr>
        <p:spPr>
          <a:xfrm>
            <a:off x="7649030" y="8341413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5"/>
          <p:cNvSpPr>
            <a:spLocks noGrp="1"/>
          </p:cNvSpPr>
          <p:nvPr>
            <p:ph type="body" sz="quarter" idx="27" hasCustomPrompt="1"/>
          </p:nvPr>
        </p:nvSpPr>
        <p:spPr>
          <a:xfrm>
            <a:off x="7649030" y="9637413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99587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8000" cy="10285413"/>
          </a:xfrm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 full screen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10568692" y="0"/>
            <a:ext cx="6400801" cy="10285413"/>
          </a:xfrm>
          <a:solidFill>
            <a:schemeClr val="accent2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10925628" y="1925052"/>
            <a:ext cx="5686928" cy="4347411"/>
          </a:xfrm>
          <a:noFill/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0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10925628" y="6104021"/>
            <a:ext cx="5686928" cy="1211179"/>
          </a:xfrm>
          <a:noFill/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Section Name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9920692" y="9637413"/>
            <a:ext cx="648000" cy="648000"/>
          </a:xfrm>
          <a:solidFill>
            <a:schemeClr val="accent2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9272692" y="8989413"/>
            <a:ext cx="648000" cy="648000"/>
          </a:xfrm>
          <a:solidFill>
            <a:schemeClr val="accent2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9920692" y="8341413"/>
            <a:ext cx="648000" cy="648000"/>
          </a:xfrm>
          <a:solidFill>
            <a:schemeClr val="accent2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8624692" y="9637413"/>
            <a:ext cx="648000" cy="648000"/>
          </a:xfrm>
          <a:solidFill>
            <a:schemeClr val="accent2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93784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9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8000" cy="10285413"/>
          </a:xfrm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 full screen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1248229" y="0"/>
            <a:ext cx="6400801" cy="10285413"/>
          </a:xfrm>
          <a:solidFill>
            <a:schemeClr val="accent3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1605165" y="1925052"/>
            <a:ext cx="5686928" cy="4347411"/>
          </a:xfrm>
          <a:noFill/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0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1605165" y="6104021"/>
            <a:ext cx="5686928" cy="1211179"/>
          </a:xfrm>
          <a:noFill/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Section Name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24" hasCustomPrompt="1"/>
          </p:nvPr>
        </p:nvSpPr>
        <p:spPr>
          <a:xfrm>
            <a:off x="8945030" y="9637413"/>
            <a:ext cx="648000" cy="648000"/>
          </a:xfrm>
          <a:solidFill>
            <a:schemeClr val="accent3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25" hasCustomPrompt="1"/>
          </p:nvPr>
        </p:nvSpPr>
        <p:spPr>
          <a:xfrm>
            <a:off x="8297030" y="8989413"/>
            <a:ext cx="648000" cy="648000"/>
          </a:xfrm>
          <a:solidFill>
            <a:schemeClr val="accent3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26" hasCustomPrompt="1"/>
          </p:nvPr>
        </p:nvSpPr>
        <p:spPr>
          <a:xfrm>
            <a:off x="7649030" y="8341413"/>
            <a:ext cx="648000" cy="648000"/>
          </a:xfrm>
          <a:solidFill>
            <a:schemeClr val="accent3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5"/>
          <p:cNvSpPr>
            <a:spLocks noGrp="1"/>
          </p:cNvSpPr>
          <p:nvPr>
            <p:ph type="body" sz="quarter" idx="27" hasCustomPrompt="1"/>
          </p:nvPr>
        </p:nvSpPr>
        <p:spPr>
          <a:xfrm>
            <a:off x="7649030" y="9637413"/>
            <a:ext cx="648000" cy="648000"/>
          </a:xfrm>
          <a:solidFill>
            <a:schemeClr val="accent3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3549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8000" cy="10285413"/>
          </a:xfrm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 full screen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10568692" y="0"/>
            <a:ext cx="6400801" cy="10285413"/>
          </a:xfrm>
          <a:solidFill>
            <a:schemeClr val="accent4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10925628" y="1925052"/>
            <a:ext cx="5686928" cy="4347411"/>
          </a:xfrm>
          <a:noFill/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0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10925628" y="6104021"/>
            <a:ext cx="5686928" cy="1211179"/>
          </a:xfrm>
          <a:noFill/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Section Name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9920692" y="9637413"/>
            <a:ext cx="648000" cy="648000"/>
          </a:xfrm>
          <a:solidFill>
            <a:schemeClr val="accent4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9272692" y="8989413"/>
            <a:ext cx="648000" cy="648000"/>
          </a:xfrm>
          <a:solidFill>
            <a:schemeClr val="accent4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9920692" y="8341413"/>
            <a:ext cx="648000" cy="648000"/>
          </a:xfrm>
          <a:solidFill>
            <a:schemeClr val="accent4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8624692" y="9637413"/>
            <a:ext cx="648000" cy="648000"/>
          </a:xfrm>
          <a:solidFill>
            <a:schemeClr val="accent4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9230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9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8000" cy="10285413"/>
          </a:xfrm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 full screen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1248229" y="0"/>
            <a:ext cx="6400801" cy="10285413"/>
          </a:xfrm>
          <a:solidFill>
            <a:schemeClr val="accent5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1605165" y="1925052"/>
            <a:ext cx="5686928" cy="4347411"/>
          </a:xfrm>
          <a:noFill/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0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1605165" y="6104021"/>
            <a:ext cx="5686928" cy="1211179"/>
          </a:xfrm>
          <a:noFill/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Section Name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24" hasCustomPrompt="1"/>
          </p:nvPr>
        </p:nvSpPr>
        <p:spPr>
          <a:xfrm>
            <a:off x="8945030" y="9637413"/>
            <a:ext cx="648000" cy="648000"/>
          </a:xfrm>
          <a:solidFill>
            <a:schemeClr val="accent5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25" hasCustomPrompt="1"/>
          </p:nvPr>
        </p:nvSpPr>
        <p:spPr>
          <a:xfrm>
            <a:off x="8297030" y="8989413"/>
            <a:ext cx="648000" cy="648000"/>
          </a:xfrm>
          <a:solidFill>
            <a:schemeClr val="accent5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26" hasCustomPrompt="1"/>
          </p:nvPr>
        </p:nvSpPr>
        <p:spPr>
          <a:xfrm>
            <a:off x="7649030" y="8341413"/>
            <a:ext cx="648000" cy="648000"/>
          </a:xfrm>
          <a:solidFill>
            <a:schemeClr val="accent5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5"/>
          <p:cNvSpPr>
            <a:spLocks noGrp="1"/>
          </p:cNvSpPr>
          <p:nvPr>
            <p:ph type="body" sz="quarter" idx="27" hasCustomPrompt="1"/>
          </p:nvPr>
        </p:nvSpPr>
        <p:spPr>
          <a:xfrm>
            <a:off x="7649030" y="9637413"/>
            <a:ext cx="648000" cy="648000"/>
          </a:xfrm>
          <a:solidFill>
            <a:schemeClr val="accent5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0346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8000" cy="10285413"/>
          </a:xfrm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 full screen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10568692" y="0"/>
            <a:ext cx="6400801" cy="10285413"/>
          </a:xfrm>
          <a:solidFill>
            <a:schemeClr val="accent6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10925628" y="1925052"/>
            <a:ext cx="5686928" cy="4347411"/>
          </a:xfrm>
          <a:noFill/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0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10925628" y="6104021"/>
            <a:ext cx="5686928" cy="1211179"/>
          </a:xfrm>
          <a:noFill/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Section Name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9920692" y="9637413"/>
            <a:ext cx="648000" cy="648000"/>
          </a:xfrm>
          <a:solidFill>
            <a:schemeClr val="accent6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9272692" y="8989413"/>
            <a:ext cx="648000" cy="648000"/>
          </a:xfrm>
          <a:solidFill>
            <a:schemeClr val="accent6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9920692" y="8341413"/>
            <a:ext cx="648000" cy="648000"/>
          </a:xfrm>
          <a:solidFill>
            <a:schemeClr val="accent6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8624692" y="9637413"/>
            <a:ext cx="648000" cy="648000"/>
          </a:xfrm>
          <a:solidFill>
            <a:schemeClr val="accent6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194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9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 userDrawn="1"/>
        </p:nvSpPr>
        <p:spPr>
          <a:xfrm>
            <a:off x="8742743" y="5141912"/>
            <a:ext cx="6381143" cy="51419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5080000" y="0"/>
            <a:ext cx="5341257" cy="51419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図プレースホルダー 29"/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7027855" cy="5141913"/>
          </a:xfrm>
          <a:custGeom>
            <a:avLst/>
            <a:gdLst>
              <a:gd name="connsiteX0" fmla="*/ 6379855 w 7027855"/>
              <a:gd name="connsiteY0" fmla="*/ 4493913 h 5141913"/>
              <a:gd name="connsiteX1" fmla="*/ 7027855 w 7027855"/>
              <a:gd name="connsiteY1" fmla="*/ 4493913 h 5141913"/>
              <a:gd name="connsiteX2" fmla="*/ 7027855 w 7027855"/>
              <a:gd name="connsiteY2" fmla="*/ 5141913 h 5141913"/>
              <a:gd name="connsiteX3" fmla="*/ 6379855 w 7027855"/>
              <a:gd name="connsiteY3" fmla="*/ 5141913 h 5141913"/>
              <a:gd name="connsiteX4" fmla="*/ 5082572 w 7027855"/>
              <a:gd name="connsiteY4" fmla="*/ 4493912 h 5141913"/>
              <a:gd name="connsiteX5" fmla="*/ 5730572 w 7027855"/>
              <a:gd name="connsiteY5" fmla="*/ 4493912 h 5141913"/>
              <a:gd name="connsiteX6" fmla="*/ 5730572 w 7027855"/>
              <a:gd name="connsiteY6" fmla="*/ 5141912 h 5141913"/>
              <a:gd name="connsiteX7" fmla="*/ 5082572 w 7027855"/>
              <a:gd name="connsiteY7" fmla="*/ 5141912 h 5141913"/>
              <a:gd name="connsiteX8" fmla="*/ 5731855 w 7027855"/>
              <a:gd name="connsiteY8" fmla="*/ 3845912 h 5141913"/>
              <a:gd name="connsiteX9" fmla="*/ 6379855 w 7027855"/>
              <a:gd name="connsiteY9" fmla="*/ 3845912 h 5141913"/>
              <a:gd name="connsiteX10" fmla="*/ 6379855 w 7027855"/>
              <a:gd name="connsiteY10" fmla="*/ 4493912 h 5141913"/>
              <a:gd name="connsiteX11" fmla="*/ 5731855 w 7027855"/>
              <a:gd name="connsiteY11" fmla="*/ 4493912 h 5141913"/>
              <a:gd name="connsiteX12" fmla="*/ 5082572 w 7027855"/>
              <a:gd name="connsiteY12" fmla="*/ 3197912 h 5141913"/>
              <a:gd name="connsiteX13" fmla="*/ 5730572 w 7027855"/>
              <a:gd name="connsiteY13" fmla="*/ 3197912 h 5141913"/>
              <a:gd name="connsiteX14" fmla="*/ 5730572 w 7027855"/>
              <a:gd name="connsiteY14" fmla="*/ 3845912 h 5141913"/>
              <a:gd name="connsiteX15" fmla="*/ 5082572 w 7027855"/>
              <a:gd name="connsiteY15" fmla="*/ 3845912 h 5141913"/>
              <a:gd name="connsiteX16" fmla="*/ 0 w 7027855"/>
              <a:gd name="connsiteY16" fmla="*/ 0 h 5141913"/>
              <a:gd name="connsiteX17" fmla="*/ 5080001 w 7027855"/>
              <a:gd name="connsiteY17" fmla="*/ 0 h 5141913"/>
              <a:gd name="connsiteX18" fmla="*/ 5080001 w 7027855"/>
              <a:gd name="connsiteY18" fmla="*/ 5141913 h 5141913"/>
              <a:gd name="connsiteX19" fmla="*/ 0 w 7027855"/>
              <a:gd name="connsiteY19" fmla="*/ 5141913 h 5141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027855" h="5141913">
                <a:moveTo>
                  <a:pt x="6379855" y="4493913"/>
                </a:moveTo>
                <a:lnTo>
                  <a:pt x="7027855" y="4493913"/>
                </a:lnTo>
                <a:lnTo>
                  <a:pt x="7027855" y="5141913"/>
                </a:lnTo>
                <a:lnTo>
                  <a:pt x="6379855" y="5141913"/>
                </a:lnTo>
                <a:close/>
                <a:moveTo>
                  <a:pt x="5082572" y="4493912"/>
                </a:moveTo>
                <a:lnTo>
                  <a:pt x="5730572" y="4493912"/>
                </a:lnTo>
                <a:lnTo>
                  <a:pt x="5730572" y="5141912"/>
                </a:lnTo>
                <a:lnTo>
                  <a:pt x="5082572" y="5141912"/>
                </a:lnTo>
                <a:close/>
                <a:moveTo>
                  <a:pt x="5731855" y="3845912"/>
                </a:moveTo>
                <a:lnTo>
                  <a:pt x="6379855" y="3845912"/>
                </a:lnTo>
                <a:lnTo>
                  <a:pt x="6379855" y="4493912"/>
                </a:lnTo>
                <a:lnTo>
                  <a:pt x="5731855" y="4493912"/>
                </a:lnTo>
                <a:close/>
                <a:moveTo>
                  <a:pt x="5082572" y="3197912"/>
                </a:moveTo>
                <a:lnTo>
                  <a:pt x="5730572" y="3197912"/>
                </a:lnTo>
                <a:lnTo>
                  <a:pt x="5730572" y="3845912"/>
                </a:lnTo>
                <a:lnTo>
                  <a:pt x="5082572" y="3845912"/>
                </a:lnTo>
                <a:close/>
                <a:moveTo>
                  <a:pt x="0" y="0"/>
                </a:moveTo>
                <a:lnTo>
                  <a:pt x="5080001" y="0"/>
                </a:lnTo>
                <a:lnTo>
                  <a:pt x="5080001" y="5141913"/>
                </a:lnTo>
                <a:lnTo>
                  <a:pt x="0" y="514191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14" name="図プレースホルダー 13"/>
          <p:cNvSpPr>
            <a:spLocks noGrp="1"/>
          </p:cNvSpPr>
          <p:nvPr>
            <p:ph type="pic" sz="quarter" idx="11" hasCustomPrompt="1"/>
          </p:nvPr>
        </p:nvSpPr>
        <p:spPr>
          <a:xfrm>
            <a:off x="8473403" y="0"/>
            <a:ext cx="9814597" cy="5141913"/>
          </a:xfrm>
          <a:custGeom>
            <a:avLst/>
            <a:gdLst>
              <a:gd name="connsiteX0" fmla="*/ 648000 w 9814597"/>
              <a:gd name="connsiteY0" fmla="*/ 648000 h 5141913"/>
              <a:gd name="connsiteX1" fmla="*/ 1296000 w 9814597"/>
              <a:gd name="connsiteY1" fmla="*/ 648000 h 5141913"/>
              <a:gd name="connsiteX2" fmla="*/ 1296000 w 9814597"/>
              <a:gd name="connsiteY2" fmla="*/ 1296000 h 5141913"/>
              <a:gd name="connsiteX3" fmla="*/ 648000 w 9814597"/>
              <a:gd name="connsiteY3" fmla="*/ 1296000 h 5141913"/>
              <a:gd name="connsiteX4" fmla="*/ 1296000 w 9814597"/>
              <a:gd name="connsiteY4" fmla="*/ 0 h 5141913"/>
              <a:gd name="connsiteX5" fmla="*/ 1611372 w 9814597"/>
              <a:gd name="connsiteY5" fmla="*/ 0 h 5141913"/>
              <a:gd name="connsiteX6" fmla="*/ 1944000 w 9814597"/>
              <a:gd name="connsiteY6" fmla="*/ 0 h 5141913"/>
              <a:gd name="connsiteX7" fmla="*/ 1947854 w 9814597"/>
              <a:gd name="connsiteY7" fmla="*/ 0 h 5141913"/>
              <a:gd name="connsiteX8" fmla="*/ 2259372 w 9814597"/>
              <a:gd name="connsiteY8" fmla="*/ 0 h 5141913"/>
              <a:gd name="connsiteX9" fmla="*/ 9814597 w 9814597"/>
              <a:gd name="connsiteY9" fmla="*/ 0 h 5141913"/>
              <a:gd name="connsiteX10" fmla="*/ 9814597 w 9814597"/>
              <a:gd name="connsiteY10" fmla="*/ 5141913 h 5141913"/>
              <a:gd name="connsiteX11" fmla="*/ 1947854 w 9814597"/>
              <a:gd name="connsiteY11" fmla="*/ 5141913 h 5141913"/>
              <a:gd name="connsiteX12" fmla="*/ 1947854 w 9814597"/>
              <a:gd name="connsiteY12" fmla="*/ 1945206 h 5141913"/>
              <a:gd name="connsiteX13" fmla="*/ 1757239 w 9814597"/>
              <a:gd name="connsiteY13" fmla="*/ 1945206 h 5141913"/>
              <a:gd name="connsiteX14" fmla="*/ 1757239 w 9814597"/>
              <a:gd name="connsiteY14" fmla="*/ 1944000 h 5141913"/>
              <a:gd name="connsiteX15" fmla="*/ 1296000 w 9814597"/>
              <a:gd name="connsiteY15" fmla="*/ 1944000 h 5141913"/>
              <a:gd name="connsiteX16" fmla="*/ 1296000 w 9814597"/>
              <a:gd name="connsiteY16" fmla="*/ 1296000 h 5141913"/>
              <a:gd name="connsiteX17" fmla="*/ 1944000 w 9814597"/>
              <a:gd name="connsiteY17" fmla="*/ 1296000 h 5141913"/>
              <a:gd name="connsiteX18" fmla="*/ 1944000 w 9814597"/>
              <a:gd name="connsiteY18" fmla="*/ 1297206 h 5141913"/>
              <a:gd name="connsiteX19" fmla="*/ 1947854 w 9814597"/>
              <a:gd name="connsiteY19" fmla="*/ 1297206 h 5141913"/>
              <a:gd name="connsiteX20" fmla="*/ 1947854 w 9814597"/>
              <a:gd name="connsiteY20" fmla="*/ 648000 h 5141913"/>
              <a:gd name="connsiteX21" fmla="*/ 1944000 w 9814597"/>
              <a:gd name="connsiteY21" fmla="*/ 648000 h 5141913"/>
              <a:gd name="connsiteX22" fmla="*/ 1611372 w 9814597"/>
              <a:gd name="connsiteY22" fmla="*/ 648000 h 5141913"/>
              <a:gd name="connsiteX23" fmla="*/ 1296000 w 9814597"/>
              <a:gd name="connsiteY23" fmla="*/ 648000 h 5141913"/>
              <a:gd name="connsiteX24" fmla="*/ 0 w 9814597"/>
              <a:gd name="connsiteY24" fmla="*/ 0 h 5141913"/>
              <a:gd name="connsiteX25" fmla="*/ 648000 w 9814597"/>
              <a:gd name="connsiteY25" fmla="*/ 0 h 5141913"/>
              <a:gd name="connsiteX26" fmla="*/ 648000 w 9814597"/>
              <a:gd name="connsiteY26" fmla="*/ 648000 h 5141913"/>
              <a:gd name="connsiteX27" fmla="*/ 0 w 9814597"/>
              <a:gd name="connsiteY27" fmla="*/ 648000 h 5141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814597" h="5141913">
                <a:moveTo>
                  <a:pt x="648000" y="648000"/>
                </a:moveTo>
                <a:lnTo>
                  <a:pt x="1296000" y="648000"/>
                </a:lnTo>
                <a:lnTo>
                  <a:pt x="1296000" y="1296000"/>
                </a:lnTo>
                <a:lnTo>
                  <a:pt x="648000" y="1296000"/>
                </a:lnTo>
                <a:close/>
                <a:moveTo>
                  <a:pt x="1296000" y="0"/>
                </a:moveTo>
                <a:lnTo>
                  <a:pt x="1611372" y="0"/>
                </a:lnTo>
                <a:lnTo>
                  <a:pt x="1944000" y="0"/>
                </a:lnTo>
                <a:lnTo>
                  <a:pt x="1947854" y="0"/>
                </a:lnTo>
                <a:lnTo>
                  <a:pt x="2259372" y="0"/>
                </a:lnTo>
                <a:lnTo>
                  <a:pt x="9814597" y="0"/>
                </a:lnTo>
                <a:lnTo>
                  <a:pt x="9814597" y="5141913"/>
                </a:lnTo>
                <a:lnTo>
                  <a:pt x="1947854" y="5141913"/>
                </a:lnTo>
                <a:lnTo>
                  <a:pt x="1947854" y="1945206"/>
                </a:lnTo>
                <a:lnTo>
                  <a:pt x="1757239" y="1945206"/>
                </a:lnTo>
                <a:lnTo>
                  <a:pt x="1757239" y="1944000"/>
                </a:lnTo>
                <a:lnTo>
                  <a:pt x="1296000" y="1944000"/>
                </a:lnTo>
                <a:lnTo>
                  <a:pt x="1296000" y="1296000"/>
                </a:lnTo>
                <a:lnTo>
                  <a:pt x="1944000" y="1296000"/>
                </a:lnTo>
                <a:lnTo>
                  <a:pt x="1944000" y="1297206"/>
                </a:lnTo>
                <a:lnTo>
                  <a:pt x="1947854" y="1297206"/>
                </a:lnTo>
                <a:lnTo>
                  <a:pt x="1947854" y="648000"/>
                </a:lnTo>
                <a:lnTo>
                  <a:pt x="1944000" y="648000"/>
                </a:lnTo>
                <a:lnTo>
                  <a:pt x="1611372" y="648000"/>
                </a:lnTo>
                <a:lnTo>
                  <a:pt x="1296000" y="648000"/>
                </a:lnTo>
                <a:close/>
                <a:moveTo>
                  <a:pt x="0" y="0"/>
                </a:moveTo>
                <a:lnTo>
                  <a:pt x="648000" y="0"/>
                </a:lnTo>
                <a:lnTo>
                  <a:pt x="648000" y="648000"/>
                </a:lnTo>
                <a:lnTo>
                  <a:pt x="0" y="6480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marL="0" marR="0" indent="0" algn="l" defTabSz="1371417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kumimoji="1" lang="en-US" altLang="ja-JP" dirty="0"/>
              <a:t>                                      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1" name="図プレースホルダー 30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5141913"/>
            <a:ext cx="10688025" cy="5141913"/>
          </a:xfrm>
          <a:custGeom>
            <a:avLst/>
            <a:gdLst>
              <a:gd name="connsiteX0" fmla="*/ 10040025 w 10688025"/>
              <a:gd name="connsiteY0" fmla="*/ 4493912 h 5141913"/>
              <a:gd name="connsiteX1" fmla="*/ 10688025 w 10688025"/>
              <a:gd name="connsiteY1" fmla="*/ 4493912 h 5141913"/>
              <a:gd name="connsiteX2" fmla="*/ 10688025 w 10688025"/>
              <a:gd name="connsiteY2" fmla="*/ 5141912 h 5141913"/>
              <a:gd name="connsiteX3" fmla="*/ 10040025 w 10688025"/>
              <a:gd name="connsiteY3" fmla="*/ 5141912 h 5141913"/>
              <a:gd name="connsiteX4" fmla="*/ 9392025 w 10688025"/>
              <a:gd name="connsiteY4" fmla="*/ 3845911 h 5141913"/>
              <a:gd name="connsiteX5" fmla="*/ 10040025 w 10688025"/>
              <a:gd name="connsiteY5" fmla="*/ 3845911 h 5141913"/>
              <a:gd name="connsiteX6" fmla="*/ 10040025 w 10688025"/>
              <a:gd name="connsiteY6" fmla="*/ 4493911 h 5141913"/>
              <a:gd name="connsiteX7" fmla="*/ 9392025 w 10688025"/>
              <a:gd name="connsiteY7" fmla="*/ 4493911 h 5141913"/>
              <a:gd name="connsiteX8" fmla="*/ 0 w 10688025"/>
              <a:gd name="connsiteY8" fmla="*/ 0 h 5141913"/>
              <a:gd name="connsiteX9" fmla="*/ 8742742 w 10688025"/>
              <a:gd name="connsiteY9" fmla="*/ 0 h 5141913"/>
              <a:gd name="connsiteX10" fmla="*/ 8742742 w 10688025"/>
              <a:gd name="connsiteY10" fmla="*/ 3197911 h 5141913"/>
              <a:gd name="connsiteX11" fmla="*/ 9390742 w 10688025"/>
              <a:gd name="connsiteY11" fmla="*/ 3197911 h 5141913"/>
              <a:gd name="connsiteX12" fmla="*/ 9390742 w 10688025"/>
              <a:gd name="connsiteY12" fmla="*/ 3845911 h 5141913"/>
              <a:gd name="connsiteX13" fmla="*/ 8742742 w 10688025"/>
              <a:gd name="connsiteY13" fmla="*/ 3845911 h 5141913"/>
              <a:gd name="connsiteX14" fmla="*/ 8742742 w 10688025"/>
              <a:gd name="connsiteY14" fmla="*/ 4493911 h 5141913"/>
              <a:gd name="connsiteX15" fmla="*/ 9390742 w 10688025"/>
              <a:gd name="connsiteY15" fmla="*/ 4493911 h 5141913"/>
              <a:gd name="connsiteX16" fmla="*/ 9390742 w 10688025"/>
              <a:gd name="connsiteY16" fmla="*/ 5141911 h 5141913"/>
              <a:gd name="connsiteX17" fmla="*/ 8742742 w 10688025"/>
              <a:gd name="connsiteY17" fmla="*/ 5141911 h 5141913"/>
              <a:gd name="connsiteX18" fmla="*/ 8742742 w 10688025"/>
              <a:gd name="connsiteY18" fmla="*/ 5141913 h 5141913"/>
              <a:gd name="connsiteX19" fmla="*/ 0 w 10688025"/>
              <a:gd name="connsiteY19" fmla="*/ 5141913 h 5141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688025" h="5141913">
                <a:moveTo>
                  <a:pt x="10040025" y="4493912"/>
                </a:moveTo>
                <a:lnTo>
                  <a:pt x="10688025" y="4493912"/>
                </a:lnTo>
                <a:lnTo>
                  <a:pt x="10688025" y="5141912"/>
                </a:lnTo>
                <a:lnTo>
                  <a:pt x="10040025" y="5141912"/>
                </a:lnTo>
                <a:close/>
                <a:moveTo>
                  <a:pt x="9392025" y="3845911"/>
                </a:moveTo>
                <a:lnTo>
                  <a:pt x="10040025" y="3845911"/>
                </a:lnTo>
                <a:lnTo>
                  <a:pt x="10040025" y="4493911"/>
                </a:lnTo>
                <a:lnTo>
                  <a:pt x="9392025" y="4493911"/>
                </a:lnTo>
                <a:close/>
                <a:moveTo>
                  <a:pt x="0" y="0"/>
                </a:moveTo>
                <a:lnTo>
                  <a:pt x="8742742" y="0"/>
                </a:lnTo>
                <a:lnTo>
                  <a:pt x="8742742" y="3197911"/>
                </a:lnTo>
                <a:lnTo>
                  <a:pt x="9390742" y="3197911"/>
                </a:lnTo>
                <a:lnTo>
                  <a:pt x="9390742" y="3845911"/>
                </a:lnTo>
                <a:lnTo>
                  <a:pt x="8742742" y="3845911"/>
                </a:lnTo>
                <a:lnTo>
                  <a:pt x="8742742" y="4493911"/>
                </a:lnTo>
                <a:lnTo>
                  <a:pt x="9390742" y="4493911"/>
                </a:lnTo>
                <a:lnTo>
                  <a:pt x="9390742" y="5141911"/>
                </a:lnTo>
                <a:lnTo>
                  <a:pt x="8742742" y="5141911"/>
                </a:lnTo>
                <a:lnTo>
                  <a:pt x="8742742" y="5141913"/>
                </a:lnTo>
                <a:lnTo>
                  <a:pt x="0" y="5141913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32" name="図プレースホルダー 31"/>
          <p:cNvSpPr>
            <a:spLocks noGrp="1"/>
          </p:cNvSpPr>
          <p:nvPr>
            <p:ph type="pic" sz="quarter" idx="13" hasCustomPrompt="1"/>
          </p:nvPr>
        </p:nvSpPr>
        <p:spPr>
          <a:xfrm>
            <a:off x="13179886" y="5141912"/>
            <a:ext cx="5108114" cy="5143500"/>
          </a:xfrm>
          <a:custGeom>
            <a:avLst/>
            <a:gdLst>
              <a:gd name="connsiteX0" fmla="*/ 648000 w 5108114"/>
              <a:gd name="connsiteY0" fmla="*/ 648000 h 5143500"/>
              <a:gd name="connsiteX1" fmla="*/ 1296000 w 5108114"/>
              <a:gd name="connsiteY1" fmla="*/ 648000 h 5143500"/>
              <a:gd name="connsiteX2" fmla="*/ 1296000 w 5108114"/>
              <a:gd name="connsiteY2" fmla="*/ 1296000 h 5143500"/>
              <a:gd name="connsiteX3" fmla="*/ 648000 w 5108114"/>
              <a:gd name="connsiteY3" fmla="*/ 1296000 h 5143500"/>
              <a:gd name="connsiteX4" fmla="*/ 1296000 w 5108114"/>
              <a:gd name="connsiteY4" fmla="*/ 0 h 5143500"/>
              <a:gd name="connsiteX5" fmla="*/ 1944000 w 5108114"/>
              <a:gd name="connsiteY5" fmla="*/ 0 h 5143500"/>
              <a:gd name="connsiteX6" fmla="*/ 1944000 w 5108114"/>
              <a:gd name="connsiteY6" fmla="*/ 1587 h 5143500"/>
              <a:gd name="connsiteX7" fmla="*/ 5108114 w 5108114"/>
              <a:gd name="connsiteY7" fmla="*/ 1587 h 5143500"/>
              <a:gd name="connsiteX8" fmla="*/ 5108114 w 5108114"/>
              <a:gd name="connsiteY8" fmla="*/ 5143500 h 5143500"/>
              <a:gd name="connsiteX9" fmla="*/ 1944000 w 5108114"/>
              <a:gd name="connsiteY9" fmla="*/ 5143500 h 5143500"/>
              <a:gd name="connsiteX10" fmla="*/ 1944000 w 5108114"/>
              <a:gd name="connsiteY10" fmla="*/ 1944000 h 5143500"/>
              <a:gd name="connsiteX11" fmla="*/ 1296000 w 5108114"/>
              <a:gd name="connsiteY11" fmla="*/ 1944000 h 5143500"/>
              <a:gd name="connsiteX12" fmla="*/ 1296000 w 5108114"/>
              <a:gd name="connsiteY12" fmla="*/ 1296000 h 5143500"/>
              <a:gd name="connsiteX13" fmla="*/ 1944000 w 5108114"/>
              <a:gd name="connsiteY13" fmla="*/ 1296000 h 5143500"/>
              <a:gd name="connsiteX14" fmla="*/ 1944000 w 5108114"/>
              <a:gd name="connsiteY14" fmla="*/ 648000 h 5143500"/>
              <a:gd name="connsiteX15" fmla="*/ 1296000 w 5108114"/>
              <a:gd name="connsiteY15" fmla="*/ 648000 h 5143500"/>
              <a:gd name="connsiteX16" fmla="*/ 0 w 5108114"/>
              <a:gd name="connsiteY16" fmla="*/ 0 h 5143500"/>
              <a:gd name="connsiteX17" fmla="*/ 648000 w 5108114"/>
              <a:gd name="connsiteY17" fmla="*/ 0 h 5143500"/>
              <a:gd name="connsiteX18" fmla="*/ 648000 w 5108114"/>
              <a:gd name="connsiteY18" fmla="*/ 648000 h 5143500"/>
              <a:gd name="connsiteX19" fmla="*/ 0 w 5108114"/>
              <a:gd name="connsiteY19" fmla="*/ 6480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108114" h="5143500">
                <a:moveTo>
                  <a:pt x="648000" y="648000"/>
                </a:moveTo>
                <a:lnTo>
                  <a:pt x="1296000" y="648000"/>
                </a:lnTo>
                <a:lnTo>
                  <a:pt x="1296000" y="1296000"/>
                </a:lnTo>
                <a:lnTo>
                  <a:pt x="648000" y="1296000"/>
                </a:lnTo>
                <a:close/>
                <a:moveTo>
                  <a:pt x="1296000" y="0"/>
                </a:moveTo>
                <a:lnTo>
                  <a:pt x="1944000" y="0"/>
                </a:lnTo>
                <a:lnTo>
                  <a:pt x="1944000" y="1587"/>
                </a:lnTo>
                <a:lnTo>
                  <a:pt x="5108114" y="1587"/>
                </a:lnTo>
                <a:lnTo>
                  <a:pt x="5108114" y="5143500"/>
                </a:lnTo>
                <a:lnTo>
                  <a:pt x="1944000" y="5143500"/>
                </a:lnTo>
                <a:lnTo>
                  <a:pt x="1944000" y="1944000"/>
                </a:lnTo>
                <a:lnTo>
                  <a:pt x="1296000" y="1944000"/>
                </a:lnTo>
                <a:lnTo>
                  <a:pt x="1296000" y="1296000"/>
                </a:lnTo>
                <a:lnTo>
                  <a:pt x="1944000" y="1296000"/>
                </a:lnTo>
                <a:lnTo>
                  <a:pt x="1944000" y="648000"/>
                </a:lnTo>
                <a:lnTo>
                  <a:pt x="1296000" y="648000"/>
                </a:lnTo>
                <a:close/>
                <a:moveTo>
                  <a:pt x="0" y="0"/>
                </a:moveTo>
                <a:lnTo>
                  <a:pt x="648000" y="0"/>
                </a:lnTo>
                <a:lnTo>
                  <a:pt x="648000" y="648000"/>
                </a:lnTo>
                <a:lnTo>
                  <a:pt x="0" y="64800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marL="0" marR="0" indent="0" algn="l" defTabSz="1371417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kumimoji="1" lang="en-US" altLang="ja-JP" dirty="0"/>
              <a:t>                                      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3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5707917" y="1311492"/>
            <a:ext cx="4085423" cy="747032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sp>
        <p:nvSpPr>
          <p:cNvPr id="34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5707917" y="2278743"/>
            <a:ext cx="4085423" cy="1596571"/>
          </a:xfrm>
        </p:spPr>
        <p:txBody>
          <a:bodyPr anchor="t">
            <a:normAutofit/>
          </a:bodyPr>
          <a:lstStyle>
            <a:lvl1pPr algn="ctr">
              <a:spcBef>
                <a:spcPts val="0"/>
              </a:spcBef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9561338" y="6706620"/>
            <a:ext cx="4743952" cy="2012497"/>
          </a:xfrm>
        </p:spPr>
        <p:txBody>
          <a:bodyPr anchor="ctr">
            <a:normAutofit/>
          </a:bodyPr>
          <a:lstStyle>
            <a:lvl1pPr algn="ctr">
              <a:spcBef>
                <a:spcPts val="0"/>
              </a:spcBef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01181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 animBg="1"/>
      <p:bldP spid="30" grpId="0" animBg="1"/>
      <p:bldP spid="14" grpId="0" animBg="1"/>
      <p:bldP spid="31" grpId="0" animBg="1"/>
      <p:bldP spid="32" grpId="0" animBg="1"/>
      <p:bldP spid="3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y Squar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4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25731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1" hasCustomPrompt="1"/>
          </p:nvPr>
        </p:nvSpPr>
        <p:spPr>
          <a:xfrm>
            <a:off x="2614271" y="0"/>
            <a:ext cx="2617200" cy="2570400"/>
          </a:xfrm>
          <a:solidFill>
            <a:schemeClr val="accent6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4" hasCustomPrompt="1"/>
          </p:nvPr>
        </p:nvSpPr>
        <p:spPr>
          <a:xfrm>
            <a:off x="2614271" y="25731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" name="図プレースホルダー 3"/>
          <p:cNvSpPr>
            <a:spLocks noGrp="1"/>
          </p:cNvSpPr>
          <p:nvPr>
            <p:ph type="pic" sz="quarter" idx="15" hasCustomPrompt="1"/>
          </p:nvPr>
        </p:nvSpPr>
        <p:spPr>
          <a:xfrm>
            <a:off x="5224006" y="0"/>
            <a:ext cx="2617200" cy="2570400"/>
          </a:xfrm>
          <a:solidFill>
            <a:schemeClr val="accent3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8" name="図プレースホルダー 3"/>
          <p:cNvSpPr>
            <a:spLocks noGrp="1"/>
          </p:cNvSpPr>
          <p:nvPr>
            <p:ph type="pic" sz="quarter" idx="17" hasCustomPrompt="1"/>
          </p:nvPr>
        </p:nvSpPr>
        <p:spPr>
          <a:xfrm>
            <a:off x="5224006" y="25731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9" name="図プレースホルダー 3"/>
          <p:cNvSpPr>
            <a:spLocks noGrp="1"/>
          </p:cNvSpPr>
          <p:nvPr>
            <p:ph type="pic" sz="quarter" idx="27" hasCustomPrompt="1"/>
          </p:nvPr>
        </p:nvSpPr>
        <p:spPr>
          <a:xfrm>
            <a:off x="5224006" y="5143500"/>
            <a:ext cx="2617200" cy="2570400"/>
          </a:xfrm>
          <a:solidFill>
            <a:schemeClr val="accent4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10" name="図プレースホルダー 3"/>
          <p:cNvSpPr>
            <a:spLocks noGrp="1"/>
          </p:cNvSpPr>
          <p:nvPr>
            <p:ph type="pic" sz="quarter" idx="29" hasCustomPrompt="1"/>
          </p:nvPr>
        </p:nvSpPr>
        <p:spPr>
          <a:xfrm>
            <a:off x="5224006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1" name="図プレースホルダー 3"/>
          <p:cNvSpPr>
            <a:spLocks noGrp="1"/>
          </p:cNvSpPr>
          <p:nvPr>
            <p:ph type="pic" sz="quarter" idx="30" hasCustomPrompt="1"/>
          </p:nvPr>
        </p:nvSpPr>
        <p:spPr>
          <a:xfrm>
            <a:off x="7833741" y="77166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2" name="図プレースホルダー 3"/>
          <p:cNvSpPr>
            <a:spLocks noGrp="1"/>
          </p:cNvSpPr>
          <p:nvPr>
            <p:ph type="pic" sz="quarter" idx="33" hasCustomPrompt="1"/>
          </p:nvPr>
        </p:nvSpPr>
        <p:spPr>
          <a:xfrm>
            <a:off x="10443476" y="77166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3" name="図プレースホルダー 3"/>
          <p:cNvSpPr>
            <a:spLocks noGrp="1"/>
          </p:cNvSpPr>
          <p:nvPr>
            <p:ph type="pic" sz="quarter" idx="20" hasCustomPrompt="1"/>
          </p:nvPr>
        </p:nvSpPr>
        <p:spPr>
          <a:xfrm>
            <a:off x="13053211" y="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4" name="図プレースホルダー 3"/>
          <p:cNvSpPr>
            <a:spLocks noGrp="1"/>
          </p:cNvSpPr>
          <p:nvPr>
            <p:ph type="pic" sz="quarter" idx="22" hasCustomPrompt="1"/>
          </p:nvPr>
        </p:nvSpPr>
        <p:spPr>
          <a:xfrm>
            <a:off x="13053211" y="25731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5" name="図プレースホルダー 3"/>
          <p:cNvSpPr>
            <a:spLocks noGrp="1"/>
          </p:cNvSpPr>
          <p:nvPr>
            <p:ph type="pic" sz="quarter" idx="34" hasCustomPrompt="1"/>
          </p:nvPr>
        </p:nvSpPr>
        <p:spPr>
          <a:xfrm>
            <a:off x="13053211" y="7716600"/>
            <a:ext cx="2617200" cy="2570400"/>
          </a:xfrm>
          <a:solidFill>
            <a:schemeClr val="accent6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6" name="図プレースホルダー 3"/>
          <p:cNvSpPr>
            <a:spLocks noGrp="1"/>
          </p:cNvSpPr>
          <p:nvPr>
            <p:ph type="pic" sz="quarter" idx="35" hasCustomPrompt="1"/>
          </p:nvPr>
        </p:nvSpPr>
        <p:spPr>
          <a:xfrm>
            <a:off x="15662949" y="0"/>
            <a:ext cx="2617200" cy="2570400"/>
          </a:xfrm>
          <a:solidFill>
            <a:schemeClr val="accent5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17" name="図プレースホルダー 3"/>
          <p:cNvSpPr>
            <a:spLocks noGrp="1"/>
          </p:cNvSpPr>
          <p:nvPr>
            <p:ph type="pic" sz="quarter" idx="36" hasCustomPrompt="1"/>
          </p:nvPr>
        </p:nvSpPr>
        <p:spPr>
          <a:xfrm>
            <a:off x="15662949" y="2573100"/>
            <a:ext cx="2617200" cy="2570400"/>
          </a:xfrm>
          <a:solidFill>
            <a:schemeClr val="accent6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8" name="図プレースホルダー 3"/>
          <p:cNvSpPr>
            <a:spLocks noGrp="1"/>
          </p:cNvSpPr>
          <p:nvPr>
            <p:ph type="pic" sz="quarter" idx="38" hasCustomPrompt="1"/>
          </p:nvPr>
        </p:nvSpPr>
        <p:spPr>
          <a:xfrm>
            <a:off x="15662949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9" name="図プレースホルダー 69"/>
          <p:cNvSpPr>
            <a:spLocks noGrp="1"/>
          </p:cNvSpPr>
          <p:nvPr>
            <p:ph type="pic" sz="quarter" idx="39" hasCustomPrompt="1"/>
          </p:nvPr>
        </p:nvSpPr>
        <p:spPr>
          <a:xfrm>
            <a:off x="1" y="5143500"/>
            <a:ext cx="5223600" cy="5143500"/>
          </a:xfrm>
          <a:solidFill>
            <a:schemeClr val="accent1"/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20" name="図プレースホルダー 69"/>
          <p:cNvSpPr>
            <a:spLocks noGrp="1"/>
          </p:cNvSpPr>
          <p:nvPr>
            <p:ph type="pic" sz="quarter" idx="40" hasCustomPrompt="1"/>
          </p:nvPr>
        </p:nvSpPr>
        <p:spPr>
          <a:xfrm>
            <a:off x="7833741" y="0"/>
            <a:ext cx="5223600" cy="5143500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grpSp>
        <p:nvGrpSpPr>
          <p:cNvPr id="21" name="グループ化 20"/>
          <p:cNvGrpSpPr/>
          <p:nvPr userDrawn="1"/>
        </p:nvGrpSpPr>
        <p:grpSpPr>
          <a:xfrm>
            <a:off x="11954525" y="6247404"/>
            <a:ext cx="1940630" cy="72008"/>
            <a:chOff x="6119664" y="3270498"/>
            <a:chExt cx="1940630" cy="72008"/>
          </a:xfrm>
        </p:grpSpPr>
        <p:sp>
          <p:nvSpPr>
            <p:cNvPr id="22" name="正方形/長方形 21"/>
            <p:cNvSpPr/>
            <p:nvPr userDrawn="1"/>
          </p:nvSpPr>
          <p:spPr>
            <a:xfrm>
              <a:off x="6765355" y="3270498"/>
              <a:ext cx="648072" cy="720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正方形/長方形 22"/>
            <p:cNvSpPr/>
            <p:nvPr userDrawn="1"/>
          </p:nvSpPr>
          <p:spPr>
            <a:xfrm>
              <a:off x="6119664" y="3270498"/>
              <a:ext cx="648072" cy="7200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/>
            <p:cNvSpPr/>
            <p:nvPr userDrawn="1"/>
          </p:nvSpPr>
          <p:spPr>
            <a:xfrm>
              <a:off x="7412222" y="3270498"/>
              <a:ext cx="648072" cy="720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5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8651909" y="6411535"/>
            <a:ext cx="8545863" cy="1024273"/>
          </a:xfrm>
        </p:spPr>
        <p:txBody>
          <a:bodyPr>
            <a:normAutofit/>
          </a:bodyPr>
          <a:lstStyle>
            <a:lvl1pPr algn="ctr"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8651909" y="5408249"/>
            <a:ext cx="8545863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08137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00"/>
                            </p:stCondLst>
                            <p:childTnLst>
                              <p:par>
                                <p:cTn id="6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2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5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, Heading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8000" cy="10285413"/>
          </a:xfrm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 full screen image</a:t>
            </a:r>
            <a:endParaRPr kumimoji="1" lang="ja-JP" altLang="en-US" dirty="0"/>
          </a:p>
        </p:txBody>
      </p:sp>
      <p:sp>
        <p:nvSpPr>
          <p:cNvPr id="4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0" y="0"/>
            <a:ext cx="9144000" cy="10285413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10222372" y="1103086"/>
            <a:ext cx="6987257" cy="3849189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5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6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10222372" y="5274171"/>
            <a:ext cx="6987257" cy="4014208"/>
          </a:xfrm>
        </p:spPr>
        <p:txBody>
          <a:bodyPr>
            <a:normAutofit/>
          </a:bodyPr>
          <a:lstStyle>
            <a:lvl1pPr marL="342900" indent="-342900" algn="l">
              <a:spcBef>
                <a:spcPts val="1200"/>
              </a:spcBef>
              <a:buFont typeface="Wingdings" panose="05000000000000000000" pitchFamily="2" charset="2"/>
              <a:buChar char="n"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8496000" y="9637413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7848000" y="8989413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8496000" y="8341413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7200000" y="9637413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1349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2" presetClass="entr" presetSubtype="9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animBg="1">
        <p:tmplLst>
          <p:tmpl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 &amp; 3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8000" cy="10285413"/>
          </a:xfrm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 full screen image</a:t>
            </a:r>
            <a:endParaRPr kumimoji="1" lang="ja-JP" altLang="en-US" dirty="0"/>
          </a:p>
        </p:txBody>
      </p:sp>
      <p:sp>
        <p:nvSpPr>
          <p:cNvPr id="4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0"/>
            <a:ext cx="9144000" cy="10285413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1078372" y="349200"/>
            <a:ext cx="6987257" cy="12816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5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6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1932558" y="3196258"/>
            <a:ext cx="6133071" cy="1383302"/>
          </a:xfrm>
        </p:spPr>
        <p:txBody>
          <a:bodyPr>
            <a:normAutofit/>
          </a:bodyPr>
          <a:lstStyle>
            <a:lvl1pPr marL="0" indent="0" algn="l">
              <a:spcBef>
                <a:spcPts val="1200"/>
              </a:spcBef>
              <a:buFont typeface="Wingdings" panose="05000000000000000000" pitchFamily="2" charset="2"/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" name="図プレースホルダー 25"/>
          <p:cNvSpPr>
            <a:spLocks noGrp="1"/>
          </p:cNvSpPr>
          <p:nvPr>
            <p:ph type="pic" sz="quarter" idx="16" hasCustomPrompt="1"/>
          </p:nvPr>
        </p:nvSpPr>
        <p:spPr>
          <a:xfrm>
            <a:off x="1190666" y="2620662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8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1932558" y="2636245"/>
            <a:ext cx="6133072" cy="614417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12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1932558" y="5233988"/>
            <a:ext cx="6133071" cy="1383302"/>
          </a:xfrm>
        </p:spPr>
        <p:txBody>
          <a:bodyPr>
            <a:normAutofit/>
          </a:bodyPr>
          <a:lstStyle>
            <a:lvl1pPr marL="0" indent="0" algn="l">
              <a:spcBef>
                <a:spcPts val="1200"/>
              </a:spcBef>
              <a:buFont typeface="Wingdings" panose="05000000000000000000" pitchFamily="2" charset="2"/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図プレースホルダー 25"/>
          <p:cNvSpPr>
            <a:spLocks noGrp="1"/>
          </p:cNvSpPr>
          <p:nvPr>
            <p:ph type="pic" sz="quarter" idx="19" hasCustomPrompt="1"/>
          </p:nvPr>
        </p:nvSpPr>
        <p:spPr>
          <a:xfrm>
            <a:off x="1190666" y="4658392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1932558" y="4673975"/>
            <a:ext cx="6133072" cy="614417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15" name="テキスト プレースホルダー 12"/>
          <p:cNvSpPr>
            <a:spLocks noGrp="1"/>
          </p:cNvSpPr>
          <p:nvPr>
            <p:ph type="body" sz="quarter" idx="21" hasCustomPrompt="1"/>
          </p:nvPr>
        </p:nvSpPr>
        <p:spPr>
          <a:xfrm>
            <a:off x="1932557" y="7266664"/>
            <a:ext cx="6133071" cy="1383302"/>
          </a:xfrm>
        </p:spPr>
        <p:txBody>
          <a:bodyPr>
            <a:normAutofit/>
          </a:bodyPr>
          <a:lstStyle>
            <a:lvl1pPr marL="0" indent="0" algn="l">
              <a:spcBef>
                <a:spcPts val="1200"/>
              </a:spcBef>
              <a:buFont typeface="Wingdings" panose="05000000000000000000" pitchFamily="2" charset="2"/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図プレースホルダー 25"/>
          <p:cNvSpPr>
            <a:spLocks noGrp="1"/>
          </p:cNvSpPr>
          <p:nvPr>
            <p:ph type="pic" sz="quarter" idx="22" hasCustomPrompt="1"/>
          </p:nvPr>
        </p:nvSpPr>
        <p:spPr>
          <a:xfrm>
            <a:off x="1190665" y="6691068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7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1932557" y="6706651"/>
            <a:ext cx="6133072" cy="614417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18" name="テキスト プレースホルダー 5"/>
          <p:cNvSpPr>
            <a:spLocks noGrp="1"/>
          </p:cNvSpPr>
          <p:nvPr>
            <p:ph type="body" sz="quarter" idx="24" hasCustomPrompt="1"/>
          </p:nvPr>
        </p:nvSpPr>
        <p:spPr>
          <a:xfrm>
            <a:off x="10440000" y="9637413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9" name="テキスト プレースホルダー 5"/>
          <p:cNvSpPr>
            <a:spLocks noGrp="1"/>
          </p:cNvSpPr>
          <p:nvPr>
            <p:ph type="body" sz="quarter" idx="25" hasCustomPrompt="1"/>
          </p:nvPr>
        </p:nvSpPr>
        <p:spPr>
          <a:xfrm>
            <a:off x="9792000" y="8989413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0" name="テキスト プレースホルダー 5"/>
          <p:cNvSpPr>
            <a:spLocks noGrp="1"/>
          </p:cNvSpPr>
          <p:nvPr>
            <p:ph type="body" sz="quarter" idx="26" hasCustomPrompt="1"/>
          </p:nvPr>
        </p:nvSpPr>
        <p:spPr>
          <a:xfrm>
            <a:off x="9144000" y="8341413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1" name="テキスト プレースホルダー 5"/>
          <p:cNvSpPr>
            <a:spLocks noGrp="1"/>
          </p:cNvSpPr>
          <p:nvPr>
            <p:ph type="body" sz="quarter" idx="27" hasCustomPrompt="1"/>
          </p:nvPr>
        </p:nvSpPr>
        <p:spPr>
          <a:xfrm>
            <a:off x="9144000" y="9637413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07549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6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50"/>
                            </p:stCondLst>
                            <p:childTnLst>
                              <p:par>
                                <p:cTn id="3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650"/>
                            </p:stCondLst>
                            <p:childTnLst>
                              <p:par>
                                <p:cTn id="4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15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650"/>
                            </p:stCondLst>
                            <p:childTnLst>
                              <p:par>
                                <p:cTn id="4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150"/>
                            </p:stCondLst>
                            <p:childTnLst>
                              <p:par>
                                <p:cTn id="5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65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150"/>
                            </p:stCondLst>
                            <p:childTnLst>
                              <p:par>
                                <p:cTn id="6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650"/>
                            </p:stCondLst>
                            <p:childTnLst>
                              <p:par>
                                <p:cTn id="7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15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/>
      <p:bldP spid="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/>
      <p:bldP spid="14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/>
      <p:bldP spid="1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animBg="1">
        <p:tmplLst>
          <p:tmpl>
            <p:tnLst>
              <p:par>
                <p:cTn presetID="2" presetClass="entr" presetSubtype="3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 &amp; 2 Headings,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8000" cy="10285413"/>
          </a:xfrm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 full screen image</a:t>
            </a:r>
            <a:endParaRPr kumimoji="1" lang="ja-JP" altLang="en-US" dirty="0"/>
          </a:p>
        </p:txBody>
      </p:sp>
      <p:sp>
        <p:nvSpPr>
          <p:cNvPr id="4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5543550"/>
            <a:ext cx="18288000" cy="4741863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648000" y="6191550"/>
            <a:ext cx="7995938" cy="332898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5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18" name="テキスト プレースホルダー 5"/>
          <p:cNvSpPr>
            <a:spLocks noGrp="1"/>
          </p:cNvSpPr>
          <p:nvPr>
            <p:ph type="body" sz="quarter" idx="24" hasCustomPrompt="1"/>
          </p:nvPr>
        </p:nvSpPr>
        <p:spPr>
          <a:xfrm>
            <a:off x="1296000" y="4895550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9" name="テキスト プレースホルダー 5"/>
          <p:cNvSpPr>
            <a:spLocks noGrp="1"/>
          </p:cNvSpPr>
          <p:nvPr>
            <p:ph type="body" sz="quarter" idx="25" hasCustomPrompt="1"/>
          </p:nvPr>
        </p:nvSpPr>
        <p:spPr>
          <a:xfrm>
            <a:off x="648000" y="4247550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0" name="テキスト プレースホルダー 5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3599550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1" name="テキスト プレースホルダー 5"/>
          <p:cNvSpPr>
            <a:spLocks noGrp="1"/>
          </p:cNvSpPr>
          <p:nvPr>
            <p:ph type="body" sz="quarter" idx="27" hasCustomPrompt="1"/>
          </p:nvPr>
        </p:nvSpPr>
        <p:spPr>
          <a:xfrm>
            <a:off x="0" y="4895550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2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0" y="6751563"/>
            <a:ext cx="7972425" cy="1040187"/>
          </a:xfrm>
        </p:spPr>
        <p:txBody>
          <a:bodyPr>
            <a:normAutofit/>
          </a:bodyPr>
          <a:lstStyle>
            <a:lvl1pPr marL="0" indent="0" algn="l">
              <a:spcBef>
                <a:spcPts val="1200"/>
              </a:spcBef>
              <a:buFont typeface="Wingdings" panose="05000000000000000000" pitchFamily="2" charset="2"/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9144000" y="6191550"/>
            <a:ext cx="7972426" cy="614417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24" name="テキスト プレースホルダー 12"/>
          <p:cNvSpPr>
            <a:spLocks noGrp="1"/>
          </p:cNvSpPr>
          <p:nvPr>
            <p:ph type="body" sz="quarter" idx="28" hasCustomPrompt="1"/>
          </p:nvPr>
        </p:nvSpPr>
        <p:spPr>
          <a:xfrm>
            <a:off x="9144000" y="8480350"/>
            <a:ext cx="7972425" cy="1040187"/>
          </a:xfrm>
        </p:spPr>
        <p:txBody>
          <a:bodyPr>
            <a:normAutofit/>
          </a:bodyPr>
          <a:lstStyle>
            <a:lvl1pPr marL="0" indent="0" algn="l">
              <a:spcBef>
                <a:spcPts val="1200"/>
              </a:spcBef>
              <a:buFont typeface="Wingdings" panose="05000000000000000000" pitchFamily="2" charset="2"/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12"/>
          <p:cNvSpPr>
            <a:spLocks noGrp="1"/>
          </p:cNvSpPr>
          <p:nvPr>
            <p:ph type="body" sz="quarter" idx="29" hasCustomPrompt="1"/>
          </p:nvPr>
        </p:nvSpPr>
        <p:spPr>
          <a:xfrm>
            <a:off x="9144000" y="7920337"/>
            <a:ext cx="7972426" cy="614417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26866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6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50"/>
                            </p:stCondLst>
                            <p:childTnLst>
                              <p:par>
                                <p:cTn id="3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65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150"/>
                            </p:stCondLst>
                            <p:childTnLst>
                              <p:par>
                                <p:cTn id="4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65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animBg="1">
        <p:tmplLst>
          <p:tmpl>
            <p:tnLst>
              <p:par>
                <p:cTn presetID="2" presetClass="entr" presetSubtype="3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8000" cy="1028541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 full screen image</a:t>
            </a:r>
            <a:endParaRPr kumimoji="1" lang="ja-JP" altLang="en-US" dirty="0"/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831206" y="757239"/>
            <a:ext cx="16625588" cy="278606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5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40921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2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 build="p">
        <p:tmplLst>
          <p:tmpl lvl="1">
            <p:tnLst>
              <p:par>
                <p:cTn presetID="2" presetClass="entr" presetSubtype="12" decel="100000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54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D" sz="3374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54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D" sz="3374"/>
          </a:p>
        </p:txBody>
      </p:sp>
    </p:spTree>
    <p:extLst>
      <p:ext uri="{BB962C8B-B14F-4D97-AF65-F5344CB8AC3E}">
        <p14:creationId xmlns:p14="http://schemas.microsoft.com/office/powerpoint/2010/main" val="24281283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54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54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149771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54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54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928717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54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54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5886874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54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54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28373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54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54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682958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54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54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749619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54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54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406471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54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54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21975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54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54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5666530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im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2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840438" y="4394881"/>
            <a:ext cx="6607123" cy="747032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15" name="テキスト プレースホルダー 12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840438" y="5141912"/>
            <a:ext cx="6607123" cy="2012497"/>
          </a:xfrm>
        </p:spPr>
        <p:txBody>
          <a:bodyPr anchor="t">
            <a:normAutofit/>
          </a:bodyPr>
          <a:lstStyle>
            <a:lvl1pPr algn="ctr">
              <a:spcBef>
                <a:spcPts val="0"/>
              </a:spcBef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" name="図プレースホルダー 25"/>
          <p:cNvSpPr>
            <a:spLocks noGrp="1"/>
          </p:cNvSpPr>
          <p:nvPr>
            <p:ph type="pic" sz="quarter" idx="14" hasCustomPrompt="1"/>
          </p:nvPr>
        </p:nvSpPr>
        <p:spPr>
          <a:xfrm>
            <a:off x="8524377" y="2908981"/>
            <a:ext cx="1239243" cy="1239243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64862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/>
    </p:bldLst>
  </p:timing>
  <p:extLst>
    <p:ext uri="{DCECCB84-F9BA-43D5-87BE-67443E8EF086}">
      <p15:sldGuideLst xmlns:p15="http://schemas.microsoft.com/office/powerpoint/2012/main">
        <p15:guide id="1" orient="horz" pos="3239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&amp;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2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547257" y="1582057"/>
            <a:ext cx="13193486" cy="3198132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15" name="テキスト プレースホルダー 12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286020" y="5141913"/>
            <a:ext cx="7347351" cy="4581526"/>
          </a:xfrm>
        </p:spPr>
        <p:txBody>
          <a:bodyPr anchor="t">
            <a:normAutofit/>
          </a:bodyPr>
          <a:lstStyle>
            <a:lvl1pPr algn="l">
              <a:spcBef>
                <a:spcPts val="1200"/>
              </a:spcBef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" name="正方形/長方形 1"/>
          <p:cNvSpPr/>
          <p:nvPr userDrawn="1"/>
        </p:nvSpPr>
        <p:spPr>
          <a:xfrm>
            <a:off x="8496000" y="5299325"/>
            <a:ext cx="648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7848000" y="5985049"/>
            <a:ext cx="648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7556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2" presetClass="entr" presetSubtype="3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1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 animBg="1"/>
      <p:bldP spid="6" grpId="0" animBg="1"/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2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332434" y="3274899"/>
            <a:ext cx="13623132" cy="373561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0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05886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6"/>
          <p:cNvSpPr>
            <a:spLocks noGrp="1"/>
          </p:cNvSpPr>
          <p:nvPr>
            <p:ph type="pic" sz="quarter" idx="12" hasCustomPrompt="1"/>
          </p:nvPr>
        </p:nvSpPr>
        <p:spPr>
          <a:xfrm>
            <a:off x="3300413" y="2655321"/>
            <a:ext cx="4973183" cy="4973183"/>
          </a:xfrm>
          <a:solidFill>
            <a:schemeClr val="bg1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4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8572499" y="2655321"/>
            <a:ext cx="7339693" cy="779689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4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19048" y="3754891"/>
            <a:ext cx="6400802" cy="987425"/>
          </a:xfrm>
        </p:spPr>
        <p:txBody>
          <a:bodyPr anchor="ctr">
            <a:normAutofit/>
          </a:bodyPr>
          <a:lstStyle>
            <a:lvl1pPr algn="l">
              <a:spcBef>
                <a:spcPts val="1200"/>
              </a:spcBef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8572499" y="5686425"/>
            <a:ext cx="7347351" cy="1942079"/>
          </a:xfrm>
        </p:spPr>
        <p:txBody>
          <a:bodyPr anchor="b">
            <a:normAutofit/>
          </a:bodyPr>
          <a:lstStyle>
            <a:lvl1pPr marL="342900" indent="-342900" algn="l">
              <a:spcBef>
                <a:spcPts val="0"/>
              </a:spcBef>
              <a:buFont typeface="Wingdings" panose="05000000000000000000" pitchFamily="2" charset="2"/>
              <a:buChar char="n"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" name="図プレースホルダー 25"/>
          <p:cNvSpPr>
            <a:spLocks noGrp="1"/>
          </p:cNvSpPr>
          <p:nvPr>
            <p:ph type="pic" sz="quarter" idx="16" hasCustomPrompt="1"/>
          </p:nvPr>
        </p:nvSpPr>
        <p:spPr>
          <a:xfrm>
            <a:off x="8572499" y="3819186"/>
            <a:ext cx="858836" cy="858836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13489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9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4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/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4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図プレースホルダー 26"/>
          <p:cNvSpPr>
            <a:spLocks noGrp="1"/>
          </p:cNvSpPr>
          <p:nvPr>
            <p:ph type="pic" sz="quarter" idx="32" hasCustomPrompt="1"/>
          </p:nvPr>
        </p:nvSpPr>
        <p:spPr>
          <a:xfrm>
            <a:off x="0" y="0"/>
            <a:ext cx="9144000" cy="10285413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テキスト プレースホルダー 60"/>
          <p:cNvSpPr>
            <a:spLocks noGrp="1"/>
          </p:cNvSpPr>
          <p:nvPr>
            <p:ph type="body" sz="quarter" idx="25" hasCustomPrompt="1"/>
          </p:nvPr>
        </p:nvSpPr>
        <p:spPr>
          <a:xfrm>
            <a:off x="8583647" y="2478585"/>
            <a:ext cx="1137600" cy="1137600"/>
          </a:xfrm>
          <a:solidFill>
            <a:schemeClr val="accent1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8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9864171" y="2984726"/>
            <a:ext cx="7246697" cy="865983"/>
          </a:xfrm>
        </p:spPr>
        <p:txBody>
          <a:bodyPr>
            <a:normAutofit/>
          </a:bodyPr>
          <a:lstStyle>
            <a:lvl1pPr algn="l">
              <a:lnSpc>
                <a:spcPct val="130000"/>
              </a:lnSpc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</a:p>
        </p:txBody>
      </p:sp>
      <p:sp>
        <p:nvSpPr>
          <p:cNvPr id="19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9864171" y="2430198"/>
            <a:ext cx="7246697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31" name="テキスト プレースホルダー 60"/>
          <p:cNvSpPr>
            <a:spLocks noGrp="1"/>
          </p:cNvSpPr>
          <p:nvPr>
            <p:ph type="body" sz="quarter" idx="33" hasCustomPrompt="1"/>
          </p:nvPr>
        </p:nvSpPr>
        <p:spPr>
          <a:xfrm>
            <a:off x="8583647" y="4196976"/>
            <a:ext cx="1137600" cy="1137600"/>
          </a:xfrm>
          <a:solidFill>
            <a:schemeClr val="accent2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2" name="テキスト プレースホルダー 12"/>
          <p:cNvSpPr>
            <a:spLocks noGrp="1"/>
          </p:cNvSpPr>
          <p:nvPr>
            <p:ph type="body" sz="quarter" idx="34" hasCustomPrompt="1"/>
          </p:nvPr>
        </p:nvSpPr>
        <p:spPr>
          <a:xfrm>
            <a:off x="9864171" y="4722200"/>
            <a:ext cx="7246697" cy="865983"/>
          </a:xfrm>
        </p:spPr>
        <p:txBody>
          <a:bodyPr>
            <a:normAutofit/>
          </a:bodyPr>
          <a:lstStyle>
            <a:lvl1pPr algn="l">
              <a:lnSpc>
                <a:spcPct val="130000"/>
              </a:lnSpc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</a:p>
        </p:txBody>
      </p:sp>
      <p:sp>
        <p:nvSpPr>
          <p:cNvPr id="33" name="テキスト プレースホルダー 12"/>
          <p:cNvSpPr>
            <a:spLocks noGrp="1"/>
          </p:cNvSpPr>
          <p:nvPr>
            <p:ph type="body" sz="quarter" idx="35" hasCustomPrompt="1"/>
          </p:nvPr>
        </p:nvSpPr>
        <p:spPr>
          <a:xfrm>
            <a:off x="9864171" y="4167672"/>
            <a:ext cx="7246697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40" name="テキスト プレースホルダー 60"/>
          <p:cNvSpPr>
            <a:spLocks noGrp="1"/>
          </p:cNvSpPr>
          <p:nvPr>
            <p:ph type="body" sz="quarter" idx="36" hasCustomPrompt="1"/>
          </p:nvPr>
        </p:nvSpPr>
        <p:spPr>
          <a:xfrm>
            <a:off x="8583647" y="5886324"/>
            <a:ext cx="1137600" cy="1137600"/>
          </a:xfrm>
          <a:solidFill>
            <a:schemeClr val="accent3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1" name="テキスト プレースホルダー 12"/>
          <p:cNvSpPr>
            <a:spLocks noGrp="1"/>
          </p:cNvSpPr>
          <p:nvPr>
            <p:ph type="body" sz="quarter" idx="37" hasCustomPrompt="1"/>
          </p:nvPr>
        </p:nvSpPr>
        <p:spPr>
          <a:xfrm>
            <a:off x="9864171" y="6411548"/>
            <a:ext cx="7246697" cy="865983"/>
          </a:xfrm>
        </p:spPr>
        <p:txBody>
          <a:bodyPr>
            <a:normAutofit/>
          </a:bodyPr>
          <a:lstStyle>
            <a:lvl1pPr algn="l">
              <a:lnSpc>
                <a:spcPct val="130000"/>
              </a:lnSpc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</a:p>
        </p:txBody>
      </p:sp>
      <p:sp>
        <p:nvSpPr>
          <p:cNvPr id="42" name="テキスト プレースホルダー 12"/>
          <p:cNvSpPr>
            <a:spLocks noGrp="1"/>
          </p:cNvSpPr>
          <p:nvPr>
            <p:ph type="body" sz="quarter" idx="38" hasCustomPrompt="1"/>
          </p:nvPr>
        </p:nvSpPr>
        <p:spPr>
          <a:xfrm>
            <a:off x="9864171" y="5857020"/>
            <a:ext cx="7246697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43" name="テキスト プレースホルダー 60"/>
          <p:cNvSpPr>
            <a:spLocks noGrp="1"/>
          </p:cNvSpPr>
          <p:nvPr>
            <p:ph type="body" sz="quarter" idx="39" hasCustomPrompt="1"/>
          </p:nvPr>
        </p:nvSpPr>
        <p:spPr>
          <a:xfrm>
            <a:off x="8583647" y="7575672"/>
            <a:ext cx="1137600" cy="1137600"/>
          </a:xfrm>
          <a:solidFill>
            <a:schemeClr val="accent5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4" name="テキスト プレースホルダー 12"/>
          <p:cNvSpPr>
            <a:spLocks noGrp="1"/>
          </p:cNvSpPr>
          <p:nvPr>
            <p:ph type="body" sz="quarter" idx="40" hasCustomPrompt="1"/>
          </p:nvPr>
        </p:nvSpPr>
        <p:spPr>
          <a:xfrm>
            <a:off x="9864171" y="8100896"/>
            <a:ext cx="7246697" cy="865983"/>
          </a:xfrm>
        </p:spPr>
        <p:txBody>
          <a:bodyPr>
            <a:normAutofit/>
          </a:bodyPr>
          <a:lstStyle>
            <a:lvl1pPr algn="l">
              <a:lnSpc>
                <a:spcPct val="130000"/>
              </a:lnSpc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</a:p>
        </p:txBody>
      </p:sp>
      <p:sp>
        <p:nvSpPr>
          <p:cNvPr id="45" name="テキスト プレースホルダー 12"/>
          <p:cNvSpPr>
            <a:spLocks noGrp="1"/>
          </p:cNvSpPr>
          <p:nvPr>
            <p:ph type="body" sz="quarter" idx="41" hasCustomPrompt="1"/>
          </p:nvPr>
        </p:nvSpPr>
        <p:spPr>
          <a:xfrm>
            <a:off x="9864171" y="7546368"/>
            <a:ext cx="7246697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46" name="テキスト プレースホルダー 12"/>
          <p:cNvSpPr>
            <a:spLocks noGrp="1"/>
          </p:cNvSpPr>
          <p:nvPr>
            <p:ph type="body" sz="quarter" idx="42" hasCustomPrompt="1"/>
          </p:nvPr>
        </p:nvSpPr>
        <p:spPr>
          <a:xfrm>
            <a:off x="8596315" y="2614394"/>
            <a:ext cx="1112265" cy="86598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47" name="テキスト プレースホルダー 12"/>
          <p:cNvSpPr>
            <a:spLocks noGrp="1"/>
          </p:cNvSpPr>
          <p:nvPr>
            <p:ph type="body" sz="quarter" idx="43" hasCustomPrompt="1"/>
          </p:nvPr>
        </p:nvSpPr>
        <p:spPr>
          <a:xfrm>
            <a:off x="8596315" y="4332785"/>
            <a:ext cx="1112265" cy="86598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48" name="テキスト プレースホルダー 12"/>
          <p:cNvSpPr>
            <a:spLocks noGrp="1"/>
          </p:cNvSpPr>
          <p:nvPr>
            <p:ph type="body" sz="quarter" idx="44" hasCustomPrompt="1"/>
          </p:nvPr>
        </p:nvSpPr>
        <p:spPr>
          <a:xfrm>
            <a:off x="8596315" y="6022133"/>
            <a:ext cx="1112265" cy="86598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50" name="テキスト プレースホルダー 12"/>
          <p:cNvSpPr>
            <a:spLocks noGrp="1"/>
          </p:cNvSpPr>
          <p:nvPr>
            <p:ph type="body" sz="quarter" idx="45" hasCustomPrompt="1"/>
          </p:nvPr>
        </p:nvSpPr>
        <p:spPr>
          <a:xfrm>
            <a:off x="8596315" y="7711481"/>
            <a:ext cx="1112265" cy="86598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899374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1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600"/>
                            </p:stCondLst>
                            <p:childTnLst>
                              <p:par>
                                <p:cTn id="2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2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700"/>
                            </p:stCondLst>
                            <p:childTnLst>
                              <p:par>
                                <p:cTn id="4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3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800"/>
                            </p:stCondLst>
                            <p:childTnLst>
                              <p:par>
                                <p:cTn id="6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4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16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2 Headings,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図プレースホルダー 24"/>
          <p:cNvSpPr>
            <a:spLocks noGrp="1"/>
          </p:cNvSpPr>
          <p:nvPr>
            <p:ph type="pic" sz="quarter" idx="36" hasCustomPrompt="1"/>
          </p:nvPr>
        </p:nvSpPr>
        <p:spPr>
          <a:xfrm>
            <a:off x="0" y="0"/>
            <a:ext cx="11088000" cy="10285413"/>
          </a:xfrm>
          <a:custGeom>
            <a:avLst/>
            <a:gdLst>
              <a:gd name="connsiteX0" fmla="*/ 10440000 w 11088000"/>
              <a:gd name="connsiteY0" fmla="*/ 9637413 h 10285413"/>
              <a:gd name="connsiteX1" fmla="*/ 11088000 w 11088000"/>
              <a:gd name="connsiteY1" fmla="*/ 9637413 h 10285413"/>
              <a:gd name="connsiteX2" fmla="*/ 11088000 w 11088000"/>
              <a:gd name="connsiteY2" fmla="*/ 10285413 h 10285413"/>
              <a:gd name="connsiteX3" fmla="*/ 10440000 w 11088000"/>
              <a:gd name="connsiteY3" fmla="*/ 10285413 h 10285413"/>
              <a:gd name="connsiteX4" fmla="*/ 9792000 w 11088000"/>
              <a:gd name="connsiteY4" fmla="*/ 8989413 h 10285413"/>
              <a:gd name="connsiteX5" fmla="*/ 10440000 w 11088000"/>
              <a:gd name="connsiteY5" fmla="*/ 8989413 h 10285413"/>
              <a:gd name="connsiteX6" fmla="*/ 10440000 w 11088000"/>
              <a:gd name="connsiteY6" fmla="*/ 9637413 h 10285413"/>
              <a:gd name="connsiteX7" fmla="*/ 9792000 w 11088000"/>
              <a:gd name="connsiteY7" fmla="*/ 9637413 h 10285413"/>
              <a:gd name="connsiteX8" fmla="*/ 0 w 11088000"/>
              <a:gd name="connsiteY8" fmla="*/ 0 h 10285413"/>
              <a:gd name="connsiteX9" fmla="*/ 9144000 w 11088000"/>
              <a:gd name="connsiteY9" fmla="*/ 0 h 10285413"/>
              <a:gd name="connsiteX10" fmla="*/ 9144000 w 11088000"/>
              <a:gd name="connsiteY10" fmla="*/ 8341413 h 10285413"/>
              <a:gd name="connsiteX11" fmla="*/ 9791447 w 11088000"/>
              <a:gd name="connsiteY11" fmla="*/ 8341413 h 10285413"/>
              <a:gd name="connsiteX12" fmla="*/ 9791447 w 11088000"/>
              <a:gd name="connsiteY12" fmla="*/ 8989413 h 10285413"/>
              <a:gd name="connsiteX13" fmla="*/ 9144000 w 11088000"/>
              <a:gd name="connsiteY13" fmla="*/ 8989413 h 10285413"/>
              <a:gd name="connsiteX14" fmla="*/ 9144000 w 11088000"/>
              <a:gd name="connsiteY14" fmla="*/ 9637413 h 10285413"/>
              <a:gd name="connsiteX15" fmla="*/ 9792000 w 11088000"/>
              <a:gd name="connsiteY15" fmla="*/ 9637413 h 10285413"/>
              <a:gd name="connsiteX16" fmla="*/ 9792000 w 11088000"/>
              <a:gd name="connsiteY16" fmla="*/ 10285413 h 10285413"/>
              <a:gd name="connsiteX17" fmla="*/ 9144000 w 11088000"/>
              <a:gd name="connsiteY17" fmla="*/ 10285413 h 10285413"/>
              <a:gd name="connsiteX18" fmla="*/ 0 w 11088000"/>
              <a:gd name="connsiteY18" fmla="*/ 10285413 h 10285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1088000" h="10285413">
                <a:moveTo>
                  <a:pt x="10440000" y="9637413"/>
                </a:moveTo>
                <a:lnTo>
                  <a:pt x="11088000" y="9637413"/>
                </a:lnTo>
                <a:lnTo>
                  <a:pt x="11088000" y="10285413"/>
                </a:lnTo>
                <a:lnTo>
                  <a:pt x="10440000" y="10285413"/>
                </a:lnTo>
                <a:close/>
                <a:moveTo>
                  <a:pt x="9792000" y="8989413"/>
                </a:moveTo>
                <a:lnTo>
                  <a:pt x="10440000" y="8989413"/>
                </a:lnTo>
                <a:lnTo>
                  <a:pt x="10440000" y="9637413"/>
                </a:lnTo>
                <a:lnTo>
                  <a:pt x="9792000" y="9637413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8341413"/>
                </a:lnTo>
                <a:lnTo>
                  <a:pt x="9791447" y="8341413"/>
                </a:lnTo>
                <a:lnTo>
                  <a:pt x="9791447" y="8989413"/>
                </a:lnTo>
                <a:lnTo>
                  <a:pt x="9144000" y="8989413"/>
                </a:lnTo>
                <a:lnTo>
                  <a:pt x="9144000" y="9637413"/>
                </a:lnTo>
                <a:lnTo>
                  <a:pt x="9792000" y="9637413"/>
                </a:lnTo>
                <a:lnTo>
                  <a:pt x="9792000" y="10285413"/>
                </a:lnTo>
                <a:lnTo>
                  <a:pt x="9144000" y="10285413"/>
                </a:lnTo>
                <a:lnTo>
                  <a:pt x="0" y="1028541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26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9467447" y="3294823"/>
            <a:ext cx="8361787" cy="1716691"/>
          </a:xfrm>
        </p:spPr>
        <p:txBody>
          <a:bodyPr>
            <a:normAutofit/>
          </a:bodyPr>
          <a:lstStyle>
            <a:lvl1pPr marL="342900" indent="-342900" algn="l">
              <a:spcBef>
                <a:spcPts val="0"/>
              </a:spcBef>
              <a:buFont typeface="Wingdings" panose="05000000000000000000" pitchFamily="2" charset="2"/>
              <a:buChar char="n"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9467447" y="2353628"/>
            <a:ext cx="8361787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9572871" y="3070668"/>
            <a:ext cx="1827899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プレースホルダー 12"/>
          <p:cNvSpPr>
            <a:spLocks noGrp="1"/>
          </p:cNvSpPr>
          <p:nvPr>
            <p:ph type="body" sz="quarter" idx="44" hasCustomPrompt="1"/>
          </p:nvPr>
        </p:nvSpPr>
        <p:spPr>
          <a:xfrm>
            <a:off x="9467447" y="6349412"/>
            <a:ext cx="8361787" cy="1716691"/>
          </a:xfrm>
        </p:spPr>
        <p:txBody>
          <a:bodyPr>
            <a:normAutofit/>
          </a:bodyPr>
          <a:lstStyle>
            <a:lvl1pPr marL="342900" indent="-342900" algn="l">
              <a:spcBef>
                <a:spcPts val="0"/>
              </a:spcBef>
              <a:buFont typeface="Wingdings" panose="05000000000000000000" pitchFamily="2" charset="2"/>
              <a:buChar char="n"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12"/>
          <p:cNvSpPr>
            <a:spLocks noGrp="1"/>
          </p:cNvSpPr>
          <p:nvPr>
            <p:ph type="body" sz="quarter" idx="45" hasCustomPrompt="1"/>
          </p:nvPr>
        </p:nvSpPr>
        <p:spPr>
          <a:xfrm>
            <a:off x="9467447" y="5408217"/>
            <a:ext cx="8361787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35" name="正方形/長方形 34"/>
          <p:cNvSpPr/>
          <p:nvPr userDrawn="1"/>
        </p:nvSpPr>
        <p:spPr>
          <a:xfrm>
            <a:off x="9572871" y="6125257"/>
            <a:ext cx="1827899" cy="72008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8930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0"/>
                            </p:stCondLst>
                            <p:childTnLst>
                              <p:par>
                                <p:cTn id="22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45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0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333B80D-9871-4BF5-834D-202815137F6F}"/>
              </a:ext>
            </a:extLst>
          </p:cNvPr>
          <p:cNvSpPr/>
          <p:nvPr userDrawn="1"/>
        </p:nvSpPr>
        <p:spPr>
          <a:xfrm>
            <a:off x="881063" y="-1"/>
            <a:ext cx="5060156" cy="62283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8A12A248-A253-479D-9025-EA656915B2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1585" y="188060"/>
            <a:ext cx="5048229" cy="6228389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ctr">
              <a:defRPr sz="2100">
                <a:solidFill>
                  <a:schemeClr val="tx1"/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024B0-0921-4653-B244-DD1C4D7EC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18051" y="876164"/>
            <a:ext cx="10588887" cy="554028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8099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8EA48-F0F1-4559-8320-92B0A8959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18048" y="6578423"/>
            <a:ext cx="10588887" cy="21356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buNone/>
              <a:defRPr sz="2700" b="0">
                <a:solidFill>
                  <a:schemeClr val="tx1"/>
                </a:solidFill>
              </a:defRPr>
            </a:lvl1pPr>
            <a:lvl2pPr marL="685692" indent="0" algn="ctr">
              <a:buNone/>
              <a:defRPr sz="3000"/>
            </a:lvl2pPr>
            <a:lvl3pPr marL="1371383" indent="0" algn="ctr">
              <a:buNone/>
              <a:defRPr sz="2700"/>
            </a:lvl3pPr>
            <a:lvl4pPr marL="2057075" indent="0" algn="ctr">
              <a:buNone/>
              <a:defRPr sz="2400"/>
            </a:lvl4pPr>
            <a:lvl5pPr marL="2742765" indent="0" algn="ctr">
              <a:buNone/>
              <a:defRPr sz="2400"/>
            </a:lvl5pPr>
            <a:lvl6pPr marL="3428457" indent="0" algn="ctr">
              <a:buNone/>
              <a:defRPr sz="2400"/>
            </a:lvl6pPr>
            <a:lvl7pPr marL="4114148" indent="0" algn="ctr">
              <a:buNone/>
              <a:defRPr sz="2400"/>
            </a:lvl7pPr>
            <a:lvl8pPr marL="4799840" indent="0" algn="ctr">
              <a:buNone/>
              <a:defRPr sz="2400"/>
            </a:lvl8pPr>
            <a:lvl9pPr marL="5485532" indent="0" algn="ctr">
              <a:buNone/>
              <a:defRPr sz="24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3269A7-B0E7-4766-A676-0A4011D4BE7D}"/>
              </a:ext>
            </a:extLst>
          </p:cNvPr>
          <p:cNvSpPr/>
          <p:nvPr userDrawn="1"/>
        </p:nvSpPr>
        <p:spPr>
          <a:xfrm>
            <a:off x="881063" y="7285501"/>
            <a:ext cx="5060156" cy="2999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9AD306-A7EB-56A5-0710-BCB555093871}"/>
              </a:ext>
            </a:extLst>
          </p:cNvPr>
          <p:cNvSpPr/>
          <p:nvPr userDrawn="1"/>
        </p:nvSpPr>
        <p:spPr>
          <a:xfrm>
            <a:off x="6818047" y="6416448"/>
            <a:ext cx="2325953" cy="161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2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8191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333B80D-9871-4BF5-834D-202815137F6F}"/>
              </a:ext>
            </a:extLst>
          </p:cNvPr>
          <p:cNvSpPr/>
          <p:nvPr userDrawn="1"/>
        </p:nvSpPr>
        <p:spPr>
          <a:xfrm>
            <a:off x="881063" y="876165"/>
            <a:ext cx="16525872" cy="853308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024B0-0921-4653-B244-DD1C4D7EC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2150" y="3148398"/>
            <a:ext cx="14363697" cy="3268050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8099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8EA48-F0F1-4559-8320-92B0A8959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2150" y="6578423"/>
            <a:ext cx="14363697" cy="21356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50000"/>
              </a:lnSpc>
              <a:buNone/>
              <a:defRPr sz="2700" b="0">
                <a:solidFill>
                  <a:schemeClr val="tx1"/>
                </a:solidFill>
              </a:defRPr>
            </a:lvl1pPr>
            <a:lvl2pPr marL="685692" indent="0" algn="ctr">
              <a:buNone/>
              <a:defRPr sz="3000"/>
            </a:lvl2pPr>
            <a:lvl3pPr marL="1371383" indent="0" algn="ctr">
              <a:buNone/>
              <a:defRPr sz="2700"/>
            </a:lvl3pPr>
            <a:lvl4pPr marL="2057075" indent="0" algn="ctr">
              <a:buNone/>
              <a:defRPr sz="2400"/>
            </a:lvl4pPr>
            <a:lvl5pPr marL="2742765" indent="0" algn="ctr">
              <a:buNone/>
              <a:defRPr sz="2400"/>
            </a:lvl5pPr>
            <a:lvl6pPr marL="3428457" indent="0" algn="ctr">
              <a:buNone/>
              <a:defRPr sz="2400"/>
            </a:lvl6pPr>
            <a:lvl7pPr marL="4114148" indent="0" algn="ctr">
              <a:buNone/>
              <a:defRPr sz="2400"/>
            </a:lvl7pPr>
            <a:lvl8pPr marL="4799840" indent="0" algn="ctr">
              <a:buNone/>
              <a:defRPr sz="2400"/>
            </a:lvl8pPr>
            <a:lvl9pPr marL="5485532" indent="0" algn="ctr">
              <a:buNone/>
              <a:defRPr sz="24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9AD306-A7EB-56A5-0710-BCB555093871}"/>
              </a:ext>
            </a:extLst>
          </p:cNvPr>
          <p:cNvSpPr/>
          <p:nvPr userDrawn="1"/>
        </p:nvSpPr>
        <p:spPr>
          <a:xfrm>
            <a:off x="7328964" y="6416448"/>
            <a:ext cx="3630069" cy="1619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2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5570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333B80D-9871-4BF5-834D-202815137F6F}"/>
              </a:ext>
            </a:extLst>
          </p:cNvPr>
          <p:cNvSpPr/>
          <p:nvPr userDrawn="1"/>
        </p:nvSpPr>
        <p:spPr>
          <a:xfrm>
            <a:off x="881063" y="1"/>
            <a:ext cx="16525872" cy="64164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024B0-0921-4653-B244-DD1C4D7EC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2150" y="3148398"/>
            <a:ext cx="14363697" cy="3268050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8099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8EA48-F0F1-4559-8320-92B0A8959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2150" y="6578423"/>
            <a:ext cx="14363697" cy="21356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50000"/>
              </a:lnSpc>
              <a:buNone/>
              <a:defRPr sz="2700" b="0">
                <a:solidFill>
                  <a:schemeClr val="tx1"/>
                </a:solidFill>
              </a:defRPr>
            </a:lvl1pPr>
            <a:lvl2pPr marL="685692" indent="0" algn="ctr">
              <a:buNone/>
              <a:defRPr sz="3000"/>
            </a:lvl2pPr>
            <a:lvl3pPr marL="1371383" indent="0" algn="ctr">
              <a:buNone/>
              <a:defRPr sz="2700"/>
            </a:lvl3pPr>
            <a:lvl4pPr marL="2057075" indent="0" algn="ctr">
              <a:buNone/>
              <a:defRPr sz="2400"/>
            </a:lvl4pPr>
            <a:lvl5pPr marL="2742765" indent="0" algn="ctr">
              <a:buNone/>
              <a:defRPr sz="2400"/>
            </a:lvl5pPr>
            <a:lvl6pPr marL="3428457" indent="0" algn="ctr">
              <a:buNone/>
              <a:defRPr sz="2400"/>
            </a:lvl6pPr>
            <a:lvl7pPr marL="4114148" indent="0" algn="ctr">
              <a:buNone/>
              <a:defRPr sz="2400"/>
            </a:lvl7pPr>
            <a:lvl8pPr marL="4799840" indent="0" algn="ctr">
              <a:buNone/>
              <a:defRPr sz="2400"/>
            </a:lvl8pPr>
            <a:lvl9pPr marL="5485532" indent="0" algn="ctr">
              <a:buNone/>
              <a:defRPr sz="24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9AD306-A7EB-56A5-0710-BCB555093871}"/>
              </a:ext>
            </a:extLst>
          </p:cNvPr>
          <p:cNvSpPr/>
          <p:nvPr userDrawn="1"/>
        </p:nvSpPr>
        <p:spPr>
          <a:xfrm>
            <a:off x="7328964" y="6416448"/>
            <a:ext cx="3630069" cy="1619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GB" sz="2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164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333B80D-9871-4BF5-834D-202815137F6F}"/>
              </a:ext>
            </a:extLst>
          </p:cNvPr>
          <p:cNvSpPr/>
          <p:nvPr userDrawn="1"/>
        </p:nvSpPr>
        <p:spPr>
          <a:xfrm>
            <a:off x="10525465" y="-1"/>
            <a:ext cx="6702875" cy="87140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8A12A248-A253-479D-9025-EA656915B2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19859" y="231833"/>
            <a:ext cx="6687077" cy="8250362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Autofit/>
          </a:bodyPr>
          <a:lstStyle>
            <a:lvl1pPr>
              <a:defRPr lang="en-ID" sz="2100" dirty="0"/>
            </a:lvl1pPr>
          </a:lstStyle>
          <a:p>
            <a:pPr lvl="0" algn="ctr"/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024B0-0921-4653-B244-DD1C4D7EC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070" y="876164"/>
            <a:ext cx="8262930" cy="554028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6599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8EA48-F0F1-4559-8320-92B0A8959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1067" y="6578423"/>
            <a:ext cx="8262930" cy="21356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buNone/>
              <a:defRPr sz="2700" b="0">
                <a:solidFill>
                  <a:schemeClr val="tx1"/>
                </a:solidFill>
              </a:defRPr>
            </a:lvl1pPr>
            <a:lvl2pPr marL="685692" indent="0" algn="ctr">
              <a:buNone/>
              <a:defRPr sz="3000"/>
            </a:lvl2pPr>
            <a:lvl3pPr marL="1371383" indent="0" algn="ctr">
              <a:buNone/>
              <a:defRPr sz="2700"/>
            </a:lvl3pPr>
            <a:lvl4pPr marL="2057075" indent="0" algn="ctr">
              <a:buNone/>
              <a:defRPr sz="2400"/>
            </a:lvl4pPr>
            <a:lvl5pPr marL="2742765" indent="0" algn="ctr">
              <a:buNone/>
              <a:defRPr sz="2400"/>
            </a:lvl5pPr>
            <a:lvl6pPr marL="3428457" indent="0" algn="ctr">
              <a:buNone/>
              <a:defRPr sz="2400"/>
            </a:lvl6pPr>
            <a:lvl7pPr marL="4114148" indent="0" algn="ctr">
              <a:buNone/>
              <a:defRPr sz="2400"/>
            </a:lvl7pPr>
            <a:lvl8pPr marL="4799840" indent="0" algn="ctr">
              <a:buNone/>
              <a:defRPr sz="2400"/>
            </a:lvl8pPr>
            <a:lvl9pPr marL="5485532" indent="0" algn="ctr">
              <a:buNone/>
              <a:defRPr sz="24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9AD306-A7EB-56A5-0710-BCB555093871}"/>
              </a:ext>
            </a:extLst>
          </p:cNvPr>
          <p:cNvSpPr/>
          <p:nvPr userDrawn="1"/>
        </p:nvSpPr>
        <p:spPr>
          <a:xfrm>
            <a:off x="881066" y="6416448"/>
            <a:ext cx="2325953" cy="161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2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582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333B80D-9871-4BF5-834D-202815137F6F}"/>
              </a:ext>
            </a:extLst>
          </p:cNvPr>
          <p:cNvSpPr/>
          <p:nvPr userDrawn="1"/>
        </p:nvSpPr>
        <p:spPr>
          <a:xfrm>
            <a:off x="1" y="2372565"/>
            <a:ext cx="18287999" cy="554028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024B0-0921-4653-B244-DD1C4D7EC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069" y="2728492"/>
            <a:ext cx="16525865" cy="2702271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6599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8EA48-F0F1-4559-8320-92B0A8959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1066" y="5592738"/>
            <a:ext cx="16525871" cy="19641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50000"/>
              </a:lnSpc>
              <a:buNone/>
              <a:defRPr sz="2700" b="0">
                <a:solidFill>
                  <a:schemeClr val="tx1"/>
                </a:solidFill>
              </a:defRPr>
            </a:lvl1pPr>
            <a:lvl2pPr marL="685692" indent="0" algn="ctr">
              <a:buNone/>
              <a:defRPr sz="3000"/>
            </a:lvl2pPr>
            <a:lvl3pPr marL="1371383" indent="0" algn="ctr">
              <a:buNone/>
              <a:defRPr sz="2700"/>
            </a:lvl3pPr>
            <a:lvl4pPr marL="2057075" indent="0" algn="ctr">
              <a:buNone/>
              <a:defRPr sz="2400"/>
            </a:lvl4pPr>
            <a:lvl5pPr marL="2742765" indent="0" algn="ctr">
              <a:buNone/>
              <a:defRPr sz="2400"/>
            </a:lvl5pPr>
            <a:lvl6pPr marL="3428457" indent="0" algn="ctr">
              <a:buNone/>
              <a:defRPr sz="2400"/>
            </a:lvl6pPr>
            <a:lvl7pPr marL="4114148" indent="0" algn="ctr">
              <a:buNone/>
              <a:defRPr sz="2400"/>
            </a:lvl7pPr>
            <a:lvl8pPr marL="4799840" indent="0" algn="ctr">
              <a:buNone/>
              <a:defRPr sz="2400"/>
            </a:lvl8pPr>
            <a:lvl9pPr marL="5485532" indent="0" algn="ctr">
              <a:buNone/>
              <a:defRPr sz="24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9AD306-A7EB-56A5-0710-BCB555093871}"/>
              </a:ext>
            </a:extLst>
          </p:cNvPr>
          <p:cNvSpPr/>
          <p:nvPr userDrawn="1"/>
        </p:nvSpPr>
        <p:spPr>
          <a:xfrm>
            <a:off x="7981025" y="5430763"/>
            <a:ext cx="2325953" cy="1619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GB" sz="2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63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333B80D-9871-4BF5-834D-202815137F6F}"/>
              </a:ext>
            </a:extLst>
          </p:cNvPr>
          <p:cNvSpPr/>
          <p:nvPr userDrawn="1"/>
        </p:nvSpPr>
        <p:spPr>
          <a:xfrm>
            <a:off x="881061" y="1742807"/>
            <a:ext cx="16525878" cy="36879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024B0-0921-4653-B244-DD1C4D7EC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7289" y="2728492"/>
            <a:ext cx="15973425" cy="2702271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6599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8EA48-F0F1-4559-8320-92B0A8959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7286" y="5592738"/>
            <a:ext cx="15973431" cy="19641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50000"/>
              </a:lnSpc>
              <a:buNone/>
              <a:defRPr sz="2700" b="0">
                <a:solidFill>
                  <a:schemeClr val="tx1"/>
                </a:solidFill>
              </a:defRPr>
            </a:lvl1pPr>
            <a:lvl2pPr marL="685692" indent="0" algn="ctr">
              <a:buNone/>
              <a:defRPr sz="3000"/>
            </a:lvl2pPr>
            <a:lvl3pPr marL="1371383" indent="0" algn="ctr">
              <a:buNone/>
              <a:defRPr sz="2700"/>
            </a:lvl3pPr>
            <a:lvl4pPr marL="2057075" indent="0" algn="ctr">
              <a:buNone/>
              <a:defRPr sz="2400"/>
            </a:lvl4pPr>
            <a:lvl5pPr marL="2742765" indent="0" algn="ctr">
              <a:buNone/>
              <a:defRPr sz="2400"/>
            </a:lvl5pPr>
            <a:lvl6pPr marL="3428457" indent="0" algn="ctr">
              <a:buNone/>
              <a:defRPr sz="2400"/>
            </a:lvl6pPr>
            <a:lvl7pPr marL="4114148" indent="0" algn="ctr">
              <a:buNone/>
              <a:defRPr sz="2400"/>
            </a:lvl7pPr>
            <a:lvl8pPr marL="4799840" indent="0" algn="ctr">
              <a:buNone/>
              <a:defRPr sz="2400"/>
            </a:lvl8pPr>
            <a:lvl9pPr marL="5485532" indent="0" algn="ctr">
              <a:buNone/>
              <a:defRPr sz="24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9AD306-A7EB-56A5-0710-BCB555093871}"/>
              </a:ext>
            </a:extLst>
          </p:cNvPr>
          <p:cNvSpPr/>
          <p:nvPr userDrawn="1"/>
        </p:nvSpPr>
        <p:spPr>
          <a:xfrm>
            <a:off x="7981025" y="5430763"/>
            <a:ext cx="2325953" cy="1619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GB" sz="2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0467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4BDCF8FA-4C1D-9BFC-D8AE-5C17F966E3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1063" y="2833976"/>
            <a:ext cx="1130367" cy="1130193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5399" b="1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GB" dirty="0"/>
              <a:t>1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FAA4F31-FF90-45D7-B2DE-4071CF3B0D54}"/>
              </a:ext>
            </a:extLst>
          </p:cNvPr>
          <p:cNvSpPr/>
          <p:nvPr userDrawn="1"/>
        </p:nvSpPr>
        <p:spPr>
          <a:xfrm>
            <a:off x="1" y="1"/>
            <a:ext cx="2614616" cy="2614209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1349960"/>
            <a:ext cx="16525875" cy="109282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79046D40-397F-56DE-33B8-0A18D57203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26480" y="2826830"/>
            <a:ext cx="6488909" cy="1130193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A59D80C-551C-725C-8B7C-24F4711202D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1063" y="4649002"/>
            <a:ext cx="1130367" cy="1130193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5399" b="1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GB" dirty="0"/>
              <a:t>2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7AA0954-82E4-2DAD-7CDC-61448C5F6FB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326480" y="4641856"/>
            <a:ext cx="6488909" cy="1130193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F31CC0B4-867A-1333-CE00-F90FB2CAB10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1063" y="6464028"/>
            <a:ext cx="1130367" cy="1130193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5399" b="1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GB" dirty="0"/>
              <a:t>3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15CB68D2-0292-66D9-8CA2-611A07F41E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326480" y="6456882"/>
            <a:ext cx="6488909" cy="1130193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C5E9DAD3-1973-7DDD-C39D-C25E435580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81063" y="8279055"/>
            <a:ext cx="1130367" cy="1130193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5399" b="1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GB" dirty="0"/>
              <a:t>4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BB2EEE4A-9F60-BC13-7389-5C6ABE10D46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326480" y="8271909"/>
            <a:ext cx="6488909" cy="1130193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80BA4CCE-4622-D674-399D-036E98F616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472613" y="2833976"/>
            <a:ext cx="1130367" cy="1130193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5399" b="1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GB" dirty="0"/>
              <a:t>5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BEC7F440-76A7-0A08-D512-D594C7FEA4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0918030" y="2826830"/>
            <a:ext cx="6488909" cy="1130193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EAD80685-DE91-D8A4-D019-BDA69045052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72613" y="4649002"/>
            <a:ext cx="1130367" cy="1130193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5399" b="1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GB" dirty="0"/>
              <a:t>6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4D5B001-7EC8-CE55-DBB3-470FA298AA4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0918030" y="4641856"/>
            <a:ext cx="6488909" cy="1130193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5CCC7C13-4DEA-093A-C56B-6B68A334314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72613" y="6464028"/>
            <a:ext cx="1130367" cy="1130193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5399" b="1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US" dirty="0"/>
              <a:t>7</a:t>
            </a:r>
            <a:endParaRPr lang="en-GB" dirty="0"/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DE4763C5-AB04-D0BB-BC2B-A0E1447282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918030" y="6456882"/>
            <a:ext cx="6488909" cy="1130193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019E6F1B-C14A-F9FC-D881-B2CF75A3FB7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472613" y="8279055"/>
            <a:ext cx="1130367" cy="1130193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5399" b="1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GB" dirty="0"/>
              <a:t>8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101049CB-1A56-606E-8D05-5A9A9A8E590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0918030" y="8271909"/>
            <a:ext cx="6488909" cy="1130193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7106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4BDCF8FA-4C1D-9BFC-D8AE-5C17F966E3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2041" y="2833976"/>
            <a:ext cx="1130367" cy="1130193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5399" b="1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GB" dirty="0"/>
              <a:t>1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FAA4F31-FF90-45D7-B2DE-4071CF3B0D54}"/>
              </a:ext>
            </a:extLst>
          </p:cNvPr>
          <p:cNvSpPr/>
          <p:nvPr userDrawn="1"/>
        </p:nvSpPr>
        <p:spPr>
          <a:xfrm>
            <a:off x="1" y="1"/>
            <a:ext cx="2614616" cy="2614209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1349960"/>
            <a:ext cx="16525875" cy="109282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79046D40-397F-56DE-33B8-0A18D57203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367458" y="2826830"/>
            <a:ext cx="7039481" cy="1130193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A59D80C-551C-725C-8B7C-24F4711202D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22041" y="4649002"/>
            <a:ext cx="1130367" cy="1130193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5399" b="1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GB" dirty="0"/>
              <a:t>2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7AA0954-82E4-2DAD-7CDC-61448C5F6FB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367458" y="4641856"/>
            <a:ext cx="7039481" cy="1130193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F31CC0B4-867A-1333-CE00-F90FB2CAB10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22041" y="6464028"/>
            <a:ext cx="1130367" cy="1130193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5399" b="1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GB" dirty="0"/>
              <a:t>3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15CB68D2-0292-66D9-8CA2-611A07F41E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367458" y="6456882"/>
            <a:ext cx="7039481" cy="1130193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C5E9DAD3-1973-7DDD-C39D-C25E435580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22041" y="8279055"/>
            <a:ext cx="1130367" cy="1130193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5399" b="1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GB" dirty="0"/>
              <a:t>4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BB2EEE4A-9F60-BC13-7389-5C6ABE10D46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0367458" y="8271909"/>
            <a:ext cx="7039481" cy="1130193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BCAFF3-1EA2-2D5E-52F7-058EFC439DFD}"/>
              </a:ext>
            </a:extLst>
          </p:cNvPr>
          <p:cNvSpPr/>
          <p:nvPr userDrawn="1"/>
        </p:nvSpPr>
        <p:spPr>
          <a:xfrm>
            <a:off x="692973" y="6979623"/>
            <a:ext cx="2430000" cy="2429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00C168-C6A3-CBB4-7DCD-EF4D1CC32B74}"/>
              </a:ext>
            </a:extLst>
          </p:cNvPr>
          <p:cNvSpPr/>
          <p:nvPr userDrawn="1"/>
        </p:nvSpPr>
        <p:spPr>
          <a:xfrm>
            <a:off x="5875689" y="2833976"/>
            <a:ext cx="2430000" cy="2429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8AE1E1D-5338-6A91-AEBB-C3AB11D4B6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81063" y="3005400"/>
            <a:ext cx="7242287" cy="621578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Autofit/>
          </a:bodyPr>
          <a:lstStyle>
            <a:lvl1pPr>
              <a:defRPr lang="en-ID" sz="2100"/>
            </a:lvl1pPr>
          </a:lstStyle>
          <a:p>
            <a:pPr lvl="0"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42715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4BDCF8FA-4C1D-9BFC-D8AE-5C17F966E3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00877" y="2833976"/>
            <a:ext cx="161925" cy="1130193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15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.</a:t>
            </a:r>
            <a:endParaRPr lang="en-GB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FAA4F31-FF90-45D7-B2DE-4071CF3B0D54}"/>
              </a:ext>
            </a:extLst>
          </p:cNvPr>
          <p:cNvSpPr/>
          <p:nvPr userDrawn="1"/>
        </p:nvSpPr>
        <p:spPr>
          <a:xfrm>
            <a:off x="1" y="1"/>
            <a:ext cx="2614616" cy="2614209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7" y="876166"/>
            <a:ext cx="10406063" cy="173804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79046D40-397F-56DE-33B8-0A18D57203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19978" y="2826830"/>
            <a:ext cx="9986961" cy="1130193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93B3F5-F59B-7C3F-A953-D83BF1E9863E}"/>
              </a:ext>
            </a:extLst>
          </p:cNvPr>
          <p:cNvSpPr/>
          <p:nvPr userDrawn="1"/>
        </p:nvSpPr>
        <p:spPr>
          <a:xfrm>
            <a:off x="881063" y="7249581"/>
            <a:ext cx="2160000" cy="21596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DF470F1-2185-B184-78BF-4280296087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69157" y="876166"/>
            <a:ext cx="5050659" cy="834502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Autofit/>
          </a:bodyPr>
          <a:lstStyle>
            <a:lvl1pPr>
              <a:defRPr lang="en-ID" sz="2100"/>
            </a:lvl1pPr>
          </a:lstStyle>
          <a:p>
            <a:pPr lvl="0" algn="ctr"/>
            <a:endParaRPr lang="en-ID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39508AC-A555-3AF1-8C16-1293891E1B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00877" y="4198226"/>
            <a:ext cx="161925" cy="1130193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15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.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91B3922-EF7C-75BC-26A5-E3F399C35D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419978" y="4191079"/>
            <a:ext cx="9986961" cy="1130193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AAA0C93-22FB-F901-A143-F75E121C9D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00877" y="5562475"/>
            <a:ext cx="161925" cy="1130193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15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.</a:t>
            </a:r>
            <a:endParaRPr lang="en-GB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5BFD1B9-B6FC-0C76-D38F-833EA218709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19978" y="5555329"/>
            <a:ext cx="9986961" cy="1130193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DE83CB3-4FF4-BC67-E70E-D08DB7E7C1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00877" y="6926725"/>
            <a:ext cx="161925" cy="1130193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15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.</a:t>
            </a:r>
            <a:endParaRPr lang="en-GB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537D5842-5861-D0AB-650A-B050D51FF6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419978" y="6919578"/>
            <a:ext cx="9986961" cy="1130193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1C8F732A-D082-92DB-9548-1D313806D96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00877" y="8290971"/>
            <a:ext cx="161925" cy="1130193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15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.</a:t>
            </a:r>
            <a:endParaRPr lang="en-GB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46B6DDF-FBB0-68BC-EDB9-5038752A300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419978" y="8283825"/>
            <a:ext cx="9986961" cy="1130193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98023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AF77713-F434-F5D2-6BED-BEAD7DF89ED0}"/>
              </a:ext>
            </a:extLst>
          </p:cNvPr>
          <p:cNvSpPr/>
          <p:nvPr userDrawn="1"/>
        </p:nvSpPr>
        <p:spPr>
          <a:xfrm>
            <a:off x="2" y="2414391"/>
            <a:ext cx="2757491" cy="5456632"/>
          </a:xfrm>
          <a:custGeom>
            <a:avLst/>
            <a:gdLst>
              <a:gd name="connsiteX0" fmla="*/ 19169 w 1838327"/>
              <a:gd name="connsiteY0" fmla="*/ 0 h 3638316"/>
              <a:gd name="connsiteX1" fmla="*/ 1838327 w 1838327"/>
              <a:gd name="connsiteY1" fmla="*/ 1819158 h 3638316"/>
              <a:gd name="connsiteX2" fmla="*/ 19169 w 1838327"/>
              <a:gd name="connsiteY2" fmla="*/ 3638316 h 3638316"/>
              <a:gd name="connsiteX3" fmla="*/ 0 w 1838327"/>
              <a:gd name="connsiteY3" fmla="*/ 3637348 h 3638316"/>
              <a:gd name="connsiteX4" fmla="*/ 0 w 1838327"/>
              <a:gd name="connsiteY4" fmla="*/ 968 h 3638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38327" h="3638316">
                <a:moveTo>
                  <a:pt x="19169" y="0"/>
                </a:moveTo>
                <a:cubicBezTo>
                  <a:pt x="1023862" y="0"/>
                  <a:pt x="1838327" y="814465"/>
                  <a:pt x="1838327" y="1819158"/>
                </a:cubicBezTo>
                <a:cubicBezTo>
                  <a:pt x="1838327" y="2823851"/>
                  <a:pt x="1023862" y="3638316"/>
                  <a:pt x="19169" y="3638316"/>
                </a:cubicBezTo>
                <a:lnTo>
                  <a:pt x="0" y="3637348"/>
                </a:lnTo>
                <a:lnTo>
                  <a:pt x="0" y="96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2700">
              <a:solidFill>
                <a:schemeClr val="tx1"/>
              </a:solidFill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4BDCF8FA-4C1D-9BFC-D8AE-5C17F966E3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38553" y="883311"/>
            <a:ext cx="161925" cy="1400310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15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.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310348" y="4062809"/>
            <a:ext cx="8542619" cy="2159796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79046D40-397F-56DE-33B8-0A18D57203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57655" y="876165"/>
            <a:ext cx="13349283" cy="140031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39508AC-A555-3AF1-8C16-1293891E1B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38553" y="2664718"/>
            <a:ext cx="161925" cy="1400310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15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.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91B3922-EF7C-75BC-26A5-E3F399C35D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057655" y="2657572"/>
            <a:ext cx="13349283" cy="140031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AAA0C93-22FB-F901-A143-F75E121C9D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38553" y="4446125"/>
            <a:ext cx="161925" cy="1400310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15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.</a:t>
            </a:r>
            <a:endParaRPr lang="en-GB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5BFD1B9-B6FC-0C76-D38F-833EA218709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057655" y="4438979"/>
            <a:ext cx="13349283" cy="140031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DE83CB3-4FF4-BC67-E70E-D08DB7E7C1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38553" y="6227533"/>
            <a:ext cx="161925" cy="1400310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15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.</a:t>
            </a:r>
            <a:endParaRPr lang="en-GB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537D5842-5861-D0AB-650A-B050D51FF6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057655" y="6220386"/>
            <a:ext cx="13349283" cy="140031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1C8F732A-D082-92DB-9548-1D313806D96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38553" y="8008938"/>
            <a:ext cx="161925" cy="1400310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15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.</a:t>
            </a:r>
            <a:endParaRPr lang="en-GB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46B6DDF-FBB0-68BC-EDB9-5038752A300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057655" y="8001792"/>
            <a:ext cx="13349283" cy="140031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5512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4BDCF8FA-4C1D-9BFC-D8AE-5C17F966E3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 rot="5400000">
            <a:off x="2211241" y="1987944"/>
            <a:ext cx="161900" cy="2822258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15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.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876166"/>
            <a:ext cx="16525877" cy="173804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79046D40-397F-56DE-33B8-0A18D57203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1062" y="3480021"/>
            <a:ext cx="2822258" cy="42911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39508AC-A555-3AF1-8C16-1293891E1B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 rot="5400000">
            <a:off x="5637145" y="1987944"/>
            <a:ext cx="161900" cy="2822258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15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.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91B3922-EF7C-75BC-26A5-E3F399C35D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06966" y="3480021"/>
            <a:ext cx="2822258" cy="42911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AAA0C93-22FB-F901-A143-F75E121C9D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 rot="5400000">
            <a:off x="9063049" y="1987944"/>
            <a:ext cx="161900" cy="2822258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15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.</a:t>
            </a:r>
            <a:endParaRPr lang="en-GB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5BFD1B9-B6FC-0C76-D38F-833EA218709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732870" y="3480021"/>
            <a:ext cx="2822258" cy="42911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DE83CB3-4FF4-BC67-E70E-D08DB7E7C1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12488953" y="1987944"/>
            <a:ext cx="161900" cy="2822258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15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.</a:t>
            </a:r>
            <a:endParaRPr lang="en-GB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537D5842-5861-D0AB-650A-B050D51FF6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158774" y="3480021"/>
            <a:ext cx="2822258" cy="42911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1C8F732A-D082-92DB-9548-1D313806D96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 rot="5400000">
            <a:off x="15914858" y="1987945"/>
            <a:ext cx="161900" cy="2822258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15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.</a:t>
            </a:r>
            <a:endParaRPr lang="en-GB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46B6DDF-FBB0-68BC-EDB9-5038752A300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4584679" y="3480022"/>
            <a:ext cx="2822258" cy="42911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0216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9BDC26C-8299-B910-EF50-85A08F71504F}"/>
              </a:ext>
            </a:extLst>
          </p:cNvPr>
          <p:cNvSpPr/>
          <p:nvPr userDrawn="1"/>
        </p:nvSpPr>
        <p:spPr>
          <a:xfrm>
            <a:off x="2" y="2414391"/>
            <a:ext cx="2757491" cy="5456632"/>
          </a:xfrm>
          <a:custGeom>
            <a:avLst/>
            <a:gdLst>
              <a:gd name="connsiteX0" fmla="*/ 19169 w 1838327"/>
              <a:gd name="connsiteY0" fmla="*/ 0 h 3638316"/>
              <a:gd name="connsiteX1" fmla="*/ 1838327 w 1838327"/>
              <a:gd name="connsiteY1" fmla="*/ 1819158 h 3638316"/>
              <a:gd name="connsiteX2" fmla="*/ 19169 w 1838327"/>
              <a:gd name="connsiteY2" fmla="*/ 3638316 h 3638316"/>
              <a:gd name="connsiteX3" fmla="*/ 0 w 1838327"/>
              <a:gd name="connsiteY3" fmla="*/ 3637348 h 3638316"/>
              <a:gd name="connsiteX4" fmla="*/ 0 w 1838327"/>
              <a:gd name="connsiteY4" fmla="*/ 968 h 3638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38327" h="3638316">
                <a:moveTo>
                  <a:pt x="19169" y="0"/>
                </a:moveTo>
                <a:cubicBezTo>
                  <a:pt x="1023862" y="0"/>
                  <a:pt x="1838327" y="814465"/>
                  <a:pt x="1838327" y="1819158"/>
                </a:cubicBezTo>
                <a:cubicBezTo>
                  <a:pt x="1838327" y="2823851"/>
                  <a:pt x="1023862" y="3638316"/>
                  <a:pt x="19169" y="3638316"/>
                </a:cubicBezTo>
                <a:lnTo>
                  <a:pt x="0" y="3637348"/>
                </a:lnTo>
                <a:lnTo>
                  <a:pt x="0" y="96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27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2" y="3496076"/>
            <a:ext cx="6543678" cy="329326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1614C68-FDBB-C111-CC6D-C9CD918DE9E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144001" y="1809569"/>
            <a:ext cx="113348" cy="1120704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15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B34F0E4C-A102-7FB3-DA56-605994BB4A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83086" y="2399845"/>
            <a:ext cx="7923852" cy="53042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BB35C661-AF3B-3FC9-CDCC-DD6D4EE539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3086" y="1809568"/>
            <a:ext cx="7923852" cy="539917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Website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D2109F74-4C70-1E9B-757C-ADC29EC846C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144001" y="3652372"/>
            <a:ext cx="113348" cy="1120704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15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AD50E6BA-249D-3966-8242-DD4F8350E3AE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83086" y="4242648"/>
            <a:ext cx="7923852" cy="53042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97D5E9CC-686E-4DF0-97CF-52A9A2F9B8E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483086" y="3652371"/>
            <a:ext cx="7923852" cy="539917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Email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2A61ED0E-0A4A-AC57-F434-F6BBB3B78231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144001" y="5495175"/>
            <a:ext cx="113348" cy="1120704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15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40815D57-2D27-9A48-A049-486C224B49E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483086" y="6085451"/>
            <a:ext cx="7923852" cy="53042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616DB3A9-450A-C10E-31B1-FC2364F7747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483086" y="5495174"/>
            <a:ext cx="7923852" cy="539917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Phone Number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6CFDB8A9-E7ED-A496-D955-EC4AA9B9E157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9144001" y="7337978"/>
            <a:ext cx="113348" cy="1120704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15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95F61A35-347B-6E05-34CB-9EA27C05032E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9483086" y="7928254"/>
            <a:ext cx="7923852" cy="53042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CF64AFD7-D2E0-6E08-3D73-92A20508657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483086" y="7337978"/>
            <a:ext cx="7923852" cy="539917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Location</a:t>
            </a:r>
          </a:p>
        </p:txBody>
      </p:sp>
    </p:spTree>
    <p:extLst>
      <p:ext uri="{BB962C8B-B14F-4D97-AF65-F5344CB8AC3E}">
        <p14:creationId xmlns:p14="http://schemas.microsoft.com/office/powerpoint/2010/main" val="3716596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Placeholder 93">
            <a:extLst>
              <a:ext uri="{FF2B5EF4-FFF2-40B4-BE49-F238E27FC236}">
                <a16:creationId xmlns:a16="http://schemas.microsoft.com/office/drawing/2014/main" id="{D9BF0405-AD83-547B-0BC8-7E0A284143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758637" y="2236442"/>
            <a:ext cx="770726" cy="770607"/>
          </a:xfrm>
          <a:custGeom>
            <a:avLst/>
            <a:gdLst>
              <a:gd name="connsiteX0" fmla="*/ 391447 w 513817"/>
              <a:gd name="connsiteY0" fmla="*/ 270430 h 513817"/>
              <a:gd name="connsiteX1" fmla="*/ 294093 w 513817"/>
              <a:gd name="connsiteY1" fmla="*/ 469872 h 513817"/>
              <a:gd name="connsiteX2" fmla="*/ 472576 w 513817"/>
              <a:gd name="connsiteY2" fmla="*/ 270430 h 513817"/>
              <a:gd name="connsiteX3" fmla="*/ 270430 w 513817"/>
              <a:gd name="connsiteY3" fmla="*/ 270430 h 513817"/>
              <a:gd name="connsiteX4" fmla="*/ 270430 w 513817"/>
              <a:gd name="connsiteY4" fmla="*/ 456351 h 513817"/>
              <a:gd name="connsiteX5" fmla="*/ 364404 w 513817"/>
              <a:gd name="connsiteY5" fmla="*/ 270430 h 513817"/>
              <a:gd name="connsiteX6" fmla="*/ 149413 w 513817"/>
              <a:gd name="connsiteY6" fmla="*/ 270430 h 513817"/>
              <a:gd name="connsiteX7" fmla="*/ 243387 w 513817"/>
              <a:gd name="connsiteY7" fmla="*/ 456351 h 513817"/>
              <a:gd name="connsiteX8" fmla="*/ 243387 w 513817"/>
              <a:gd name="connsiteY8" fmla="*/ 270430 h 513817"/>
              <a:gd name="connsiteX9" fmla="*/ 41241 w 513817"/>
              <a:gd name="connsiteY9" fmla="*/ 270430 h 513817"/>
              <a:gd name="connsiteX10" fmla="*/ 219724 w 513817"/>
              <a:gd name="connsiteY10" fmla="*/ 469872 h 513817"/>
              <a:gd name="connsiteX11" fmla="*/ 122370 w 513817"/>
              <a:gd name="connsiteY11" fmla="*/ 270430 h 513817"/>
              <a:gd name="connsiteX12" fmla="*/ 270430 w 513817"/>
              <a:gd name="connsiteY12" fmla="*/ 57466 h 513817"/>
              <a:gd name="connsiteX13" fmla="*/ 270430 w 513817"/>
              <a:gd name="connsiteY13" fmla="*/ 243387 h 513817"/>
              <a:gd name="connsiteX14" fmla="*/ 364404 w 513817"/>
              <a:gd name="connsiteY14" fmla="*/ 243387 h 513817"/>
              <a:gd name="connsiteX15" fmla="*/ 270430 w 513817"/>
              <a:gd name="connsiteY15" fmla="*/ 57466 h 513817"/>
              <a:gd name="connsiteX16" fmla="*/ 243387 w 513817"/>
              <a:gd name="connsiteY16" fmla="*/ 57466 h 513817"/>
              <a:gd name="connsiteX17" fmla="*/ 149413 w 513817"/>
              <a:gd name="connsiteY17" fmla="*/ 243387 h 513817"/>
              <a:gd name="connsiteX18" fmla="*/ 243387 w 513817"/>
              <a:gd name="connsiteY18" fmla="*/ 243387 h 513817"/>
              <a:gd name="connsiteX19" fmla="*/ 294093 w 513817"/>
              <a:gd name="connsiteY19" fmla="*/ 43945 h 513817"/>
              <a:gd name="connsiteX20" fmla="*/ 391447 w 513817"/>
              <a:gd name="connsiteY20" fmla="*/ 243387 h 513817"/>
              <a:gd name="connsiteX21" fmla="*/ 472576 w 513817"/>
              <a:gd name="connsiteY21" fmla="*/ 243387 h 513817"/>
              <a:gd name="connsiteX22" fmla="*/ 294093 w 513817"/>
              <a:gd name="connsiteY22" fmla="*/ 43945 h 513817"/>
              <a:gd name="connsiteX23" fmla="*/ 219724 w 513817"/>
              <a:gd name="connsiteY23" fmla="*/ 43945 h 513817"/>
              <a:gd name="connsiteX24" fmla="*/ 41241 w 513817"/>
              <a:gd name="connsiteY24" fmla="*/ 243387 h 513817"/>
              <a:gd name="connsiteX25" fmla="*/ 122370 w 513817"/>
              <a:gd name="connsiteY25" fmla="*/ 243387 h 513817"/>
              <a:gd name="connsiteX26" fmla="*/ 219724 w 513817"/>
              <a:gd name="connsiteY26" fmla="*/ 43945 h 513817"/>
              <a:gd name="connsiteX27" fmla="*/ 256909 w 513817"/>
              <a:gd name="connsiteY27" fmla="*/ 0 h 513817"/>
              <a:gd name="connsiteX28" fmla="*/ 513817 w 513817"/>
              <a:gd name="connsiteY28" fmla="*/ 256909 h 513817"/>
              <a:gd name="connsiteX29" fmla="*/ 256909 w 513817"/>
              <a:gd name="connsiteY29" fmla="*/ 513817 h 513817"/>
              <a:gd name="connsiteX30" fmla="*/ 0 w 513817"/>
              <a:gd name="connsiteY30" fmla="*/ 256909 h 513817"/>
              <a:gd name="connsiteX31" fmla="*/ 256909 w 513817"/>
              <a:gd name="connsiteY31" fmla="*/ 0 h 513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13817" h="513817">
                <a:moveTo>
                  <a:pt x="391447" y="270430"/>
                </a:moveTo>
                <a:cubicBezTo>
                  <a:pt x="386715" y="347503"/>
                  <a:pt x="338038" y="415786"/>
                  <a:pt x="294093" y="469872"/>
                </a:cubicBezTo>
                <a:cubicBezTo>
                  <a:pt x="391447" y="452970"/>
                  <a:pt x="466492" y="371165"/>
                  <a:pt x="472576" y="270430"/>
                </a:cubicBezTo>
                <a:close/>
                <a:moveTo>
                  <a:pt x="270430" y="270430"/>
                </a:moveTo>
                <a:lnTo>
                  <a:pt x="270430" y="456351"/>
                </a:lnTo>
                <a:cubicBezTo>
                  <a:pt x="313699" y="402941"/>
                  <a:pt x="358996" y="340066"/>
                  <a:pt x="364404" y="270430"/>
                </a:cubicBezTo>
                <a:close/>
                <a:moveTo>
                  <a:pt x="149413" y="270430"/>
                </a:moveTo>
                <a:cubicBezTo>
                  <a:pt x="154821" y="340066"/>
                  <a:pt x="200118" y="402941"/>
                  <a:pt x="243387" y="456351"/>
                </a:cubicBezTo>
                <a:lnTo>
                  <a:pt x="243387" y="270430"/>
                </a:lnTo>
                <a:close/>
                <a:moveTo>
                  <a:pt x="41241" y="270430"/>
                </a:moveTo>
                <a:cubicBezTo>
                  <a:pt x="47325" y="371165"/>
                  <a:pt x="122370" y="452970"/>
                  <a:pt x="219724" y="469872"/>
                </a:cubicBezTo>
                <a:cubicBezTo>
                  <a:pt x="175780" y="415786"/>
                  <a:pt x="127778" y="347503"/>
                  <a:pt x="122370" y="270430"/>
                </a:cubicBezTo>
                <a:close/>
                <a:moveTo>
                  <a:pt x="270430" y="57466"/>
                </a:moveTo>
                <a:lnTo>
                  <a:pt x="270430" y="243387"/>
                </a:lnTo>
                <a:lnTo>
                  <a:pt x="364404" y="243387"/>
                </a:lnTo>
                <a:cubicBezTo>
                  <a:pt x="358996" y="173075"/>
                  <a:pt x="313699" y="110876"/>
                  <a:pt x="270430" y="57466"/>
                </a:cubicBezTo>
                <a:close/>
                <a:moveTo>
                  <a:pt x="243387" y="57466"/>
                </a:moveTo>
                <a:cubicBezTo>
                  <a:pt x="200118" y="110876"/>
                  <a:pt x="154821" y="173751"/>
                  <a:pt x="149413" y="243387"/>
                </a:cubicBezTo>
                <a:lnTo>
                  <a:pt x="243387" y="243387"/>
                </a:lnTo>
                <a:close/>
                <a:moveTo>
                  <a:pt x="294093" y="43945"/>
                </a:moveTo>
                <a:cubicBezTo>
                  <a:pt x="338038" y="98031"/>
                  <a:pt x="386715" y="166314"/>
                  <a:pt x="391447" y="243387"/>
                </a:cubicBezTo>
                <a:lnTo>
                  <a:pt x="472576" y="243387"/>
                </a:lnTo>
                <a:cubicBezTo>
                  <a:pt x="466492" y="142652"/>
                  <a:pt x="391447" y="60847"/>
                  <a:pt x="294093" y="43945"/>
                </a:cubicBezTo>
                <a:close/>
                <a:moveTo>
                  <a:pt x="219724" y="43945"/>
                </a:moveTo>
                <a:cubicBezTo>
                  <a:pt x="122370" y="60847"/>
                  <a:pt x="47325" y="142652"/>
                  <a:pt x="41241" y="243387"/>
                </a:cubicBezTo>
                <a:lnTo>
                  <a:pt x="122370" y="243387"/>
                </a:lnTo>
                <a:cubicBezTo>
                  <a:pt x="127102" y="166314"/>
                  <a:pt x="175780" y="98031"/>
                  <a:pt x="219724" y="43945"/>
                </a:cubicBezTo>
                <a:close/>
                <a:moveTo>
                  <a:pt x="256909" y="0"/>
                </a:moveTo>
                <a:cubicBezTo>
                  <a:pt x="398884" y="0"/>
                  <a:pt x="513817" y="114933"/>
                  <a:pt x="513817" y="256909"/>
                </a:cubicBezTo>
                <a:cubicBezTo>
                  <a:pt x="513817" y="398884"/>
                  <a:pt x="398884" y="513817"/>
                  <a:pt x="256909" y="513817"/>
                </a:cubicBezTo>
                <a:cubicBezTo>
                  <a:pt x="114933" y="513817"/>
                  <a:pt x="0" y="398884"/>
                  <a:pt x="0" y="256909"/>
                </a:cubicBezTo>
                <a:cubicBezTo>
                  <a:pt x="0" y="114933"/>
                  <a:pt x="114933" y="0"/>
                  <a:pt x="2569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5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92" name="Text Placeholder 91">
            <a:extLst>
              <a:ext uri="{FF2B5EF4-FFF2-40B4-BE49-F238E27FC236}">
                <a16:creationId xmlns:a16="http://schemas.microsoft.com/office/drawing/2014/main" id="{5A5C8D52-CA53-DDEF-C918-B70E6C77F83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8738355" y="3853429"/>
            <a:ext cx="811290" cy="892281"/>
          </a:xfrm>
          <a:custGeom>
            <a:avLst/>
            <a:gdLst>
              <a:gd name="connsiteX0" fmla="*/ 270768 w 540860"/>
              <a:gd name="connsiteY0" fmla="*/ 393307 h 594946"/>
              <a:gd name="connsiteX1" fmla="*/ 205527 w 540860"/>
              <a:gd name="connsiteY1" fmla="*/ 419167 h 594946"/>
              <a:gd name="connsiteX2" fmla="*/ 196062 w 540860"/>
              <a:gd name="connsiteY2" fmla="*/ 427956 h 594946"/>
              <a:gd name="connsiteX3" fmla="*/ 62199 w 540860"/>
              <a:gd name="connsiteY3" fmla="*/ 554382 h 594946"/>
              <a:gd name="connsiteX4" fmla="*/ 478661 w 540860"/>
              <a:gd name="connsiteY4" fmla="*/ 554382 h 594946"/>
              <a:gd name="connsiteX5" fmla="*/ 345474 w 540860"/>
              <a:gd name="connsiteY5" fmla="*/ 427956 h 594946"/>
              <a:gd name="connsiteX6" fmla="*/ 336009 w 540860"/>
              <a:gd name="connsiteY6" fmla="*/ 419167 h 594946"/>
              <a:gd name="connsiteX7" fmla="*/ 270768 w 540860"/>
              <a:gd name="connsiteY7" fmla="*/ 393307 h 594946"/>
              <a:gd name="connsiteX8" fmla="*/ 500296 w 540860"/>
              <a:gd name="connsiteY8" fmla="*/ 281247 h 594946"/>
              <a:gd name="connsiteX9" fmla="*/ 365081 w 540860"/>
              <a:gd name="connsiteY9" fmla="*/ 409701 h 594946"/>
              <a:gd name="connsiteX10" fmla="*/ 500296 w 540860"/>
              <a:gd name="connsiteY10" fmla="*/ 538156 h 594946"/>
              <a:gd name="connsiteX11" fmla="*/ 40565 w 540860"/>
              <a:gd name="connsiteY11" fmla="*/ 280571 h 594946"/>
              <a:gd name="connsiteX12" fmla="*/ 40565 w 540860"/>
              <a:gd name="connsiteY12" fmla="*/ 537480 h 594946"/>
              <a:gd name="connsiteX13" fmla="*/ 175780 w 540860"/>
              <a:gd name="connsiteY13" fmla="*/ 409025 h 594946"/>
              <a:gd name="connsiteX14" fmla="*/ 270429 w 540860"/>
              <a:gd name="connsiteY14" fmla="*/ 215668 h 594946"/>
              <a:gd name="connsiteX15" fmla="*/ 248795 w 540860"/>
              <a:gd name="connsiteY15" fmla="*/ 237302 h 594946"/>
              <a:gd name="connsiteX16" fmla="*/ 270429 w 540860"/>
              <a:gd name="connsiteY16" fmla="*/ 258936 h 594946"/>
              <a:gd name="connsiteX17" fmla="*/ 292064 w 540860"/>
              <a:gd name="connsiteY17" fmla="*/ 237302 h 594946"/>
              <a:gd name="connsiteX18" fmla="*/ 270429 w 540860"/>
              <a:gd name="connsiteY18" fmla="*/ 215668 h 594946"/>
              <a:gd name="connsiteX19" fmla="*/ 271105 w 540860"/>
              <a:gd name="connsiteY19" fmla="*/ 147384 h 594946"/>
              <a:gd name="connsiteX20" fmla="*/ 358995 w 540860"/>
              <a:gd name="connsiteY20" fmla="*/ 235274 h 594946"/>
              <a:gd name="connsiteX21" fmla="*/ 358995 w 540860"/>
              <a:gd name="connsiteY21" fmla="*/ 256908 h 594946"/>
              <a:gd name="connsiteX22" fmla="*/ 337361 w 540860"/>
              <a:gd name="connsiteY22" fmla="*/ 278543 h 594946"/>
              <a:gd name="connsiteX23" fmla="*/ 304233 w 540860"/>
              <a:gd name="connsiteY23" fmla="*/ 263669 h 594946"/>
              <a:gd name="connsiteX24" fmla="*/ 248119 w 540860"/>
              <a:gd name="connsiteY24" fmla="*/ 272458 h 594946"/>
              <a:gd name="connsiteX25" fmla="*/ 229865 w 540860"/>
              <a:gd name="connsiteY25" fmla="*/ 219048 h 594946"/>
              <a:gd name="connsiteX26" fmla="*/ 279218 w 540860"/>
              <a:gd name="connsiteY26" fmla="*/ 192005 h 594946"/>
              <a:gd name="connsiteX27" fmla="*/ 315050 w 540860"/>
              <a:gd name="connsiteY27" fmla="*/ 235950 h 594946"/>
              <a:gd name="connsiteX28" fmla="*/ 336685 w 540860"/>
              <a:gd name="connsiteY28" fmla="*/ 257584 h 594946"/>
              <a:gd name="connsiteX29" fmla="*/ 336685 w 540860"/>
              <a:gd name="connsiteY29" fmla="*/ 235950 h 594946"/>
              <a:gd name="connsiteX30" fmla="*/ 271105 w 540860"/>
              <a:gd name="connsiteY30" fmla="*/ 170371 h 594946"/>
              <a:gd name="connsiteX31" fmla="*/ 205526 w 540860"/>
              <a:gd name="connsiteY31" fmla="*/ 235950 h 594946"/>
              <a:gd name="connsiteX32" fmla="*/ 270429 w 540860"/>
              <a:gd name="connsiteY32" fmla="*/ 301529 h 594946"/>
              <a:gd name="connsiteX33" fmla="*/ 303557 w 540860"/>
              <a:gd name="connsiteY33" fmla="*/ 293416 h 594946"/>
              <a:gd name="connsiteX34" fmla="*/ 319107 w 540860"/>
              <a:gd name="connsiteY34" fmla="*/ 298149 h 594946"/>
              <a:gd name="connsiteX35" fmla="*/ 314374 w 540860"/>
              <a:gd name="connsiteY35" fmla="*/ 313698 h 594946"/>
              <a:gd name="connsiteX36" fmla="*/ 270429 w 540860"/>
              <a:gd name="connsiteY36" fmla="*/ 324516 h 594946"/>
              <a:gd name="connsiteX37" fmla="*/ 183216 w 540860"/>
              <a:gd name="connsiteY37" fmla="*/ 235274 h 594946"/>
              <a:gd name="connsiteX38" fmla="*/ 271105 w 540860"/>
              <a:gd name="connsiteY38" fmla="*/ 147384 h 594946"/>
              <a:gd name="connsiteX39" fmla="*/ 135215 w 540860"/>
              <a:gd name="connsiteY39" fmla="*/ 108172 h 594946"/>
              <a:gd name="connsiteX40" fmla="*/ 135215 w 540860"/>
              <a:gd name="connsiteY40" fmla="*/ 333305 h 594946"/>
              <a:gd name="connsiteX41" fmla="*/ 196062 w 540860"/>
              <a:gd name="connsiteY41" fmla="*/ 391447 h 594946"/>
              <a:gd name="connsiteX42" fmla="*/ 344798 w 540860"/>
              <a:gd name="connsiteY42" fmla="*/ 391447 h 594946"/>
              <a:gd name="connsiteX43" fmla="*/ 405645 w 540860"/>
              <a:gd name="connsiteY43" fmla="*/ 333305 h 594946"/>
              <a:gd name="connsiteX44" fmla="*/ 405645 w 540860"/>
              <a:gd name="connsiteY44" fmla="*/ 108172 h 594946"/>
              <a:gd name="connsiteX45" fmla="*/ 270430 w 540860"/>
              <a:gd name="connsiteY45" fmla="*/ 0 h 594946"/>
              <a:gd name="connsiteX46" fmla="*/ 351559 w 540860"/>
              <a:gd name="connsiteY46" fmla="*/ 67608 h 594946"/>
              <a:gd name="connsiteX47" fmla="*/ 446210 w 540860"/>
              <a:gd name="connsiteY47" fmla="*/ 67608 h 594946"/>
              <a:gd name="connsiteX48" fmla="*/ 446210 w 540860"/>
              <a:gd name="connsiteY48" fmla="*/ 126426 h 594946"/>
              <a:gd name="connsiteX49" fmla="*/ 540860 w 540860"/>
              <a:gd name="connsiteY49" fmla="*/ 217020 h 594946"/>
              <a:gd name="connsiteX50" fmla="*/ 540860 w 540860"/>
              <a:gd name="connsiteY50" fmla="*/ 594946 h 594946"/>
              <a:gd name="connsiteX51" fmla="*/ 0 w 540860"/>
              <a:gd name="connsiteY51" fmla="*/ 594946 h 594946"/>
              <a:gd name="connsiteX52" fmla="*/ 0 w 540860"/>
              <a:gd name="connsiteY52" fmla="*/ 217020 h 594946"/>
              <a:gd name="connsiteX53" fmla="*/ 94651 w 540860"/>
              <a:gd name="connsiteY53" fmla="*/ 127102 h 594946"/>
              <a:gd name="connsiteX54" fmla="*/ 94651 w 540860"/>
              <a:gd name="connsiteY54" fmla="*/ 67608 h 594946"/>
              <a:gd name="connsiteX55" fmla="*/ 189301 w 540860"/>
              <a:gd name="connsiteY55" fmla="*/ 67608 h 594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40860" h="594946">
                <a:moveTo>
                  <a:pt x="270768" y="393307"/>
                </a:moveTo>
                <a:cubicBezTo>
                  <a:pt x="247275" y="393307"/>
                  <a:pt x="223781" y="401927"/>
                  <a:pt x="205527" y="419167"/>
                </a:cubicBezTo>
                <a:lnTo>
                  <a:pt x="196062" y="427956"/>
                </a:lnTo>
                <a:lnTo>
                  <a:pt x="62199" y="554382"/>
                </a:lnTo>
                <a:lnTo>
                  <a:pt x="478661" y="554382"/>
                </a:lnTo>
                <a:lnTo>
                  <a:pt x="345474" y="427956"/>
                </a:lnTo>
                <a:lnTo>
                  <a:pt x="336009" y="419167"/>
                </a:lnTo>
                <a:cubicBezTo>
                  <a:pt x="317755" y="401927"/>
                  <a:pt x="294262" y="393307"/>
                  <a:pt x="270768" y="393307"/>
                </a:cubicBezTo>
                <a:close/>
                <a:moveTo>
                  <a:pt x="500296" y="281247"/>
                </a:moveTo>
                <a:lnTo>
                  <a:pt x="365081" y="409701"/>
                </a:lnTo>
                <a:lnTo>
                  <a:pt x="500296" y="538156"/>
                </a:lnTo>
                <a:close/>
                <a:moveTo>
                  <a:pt x="40565" y="280571"/>
                </a:moveTo>
                <a:lnTo>
                  <a:pt x="40565" y="537480"/>
                </a:lnTo>
                <a:lnTo>
                  <a:pt x="175780" y="409025"/>
                </a:lnTo>
                <a:close/>
                <a:moveTo>
                  <a:pt x="270429" y="215668"/>
                </a:moveTo>
                <a:cubicBezTo>
                  <a:pt x="258936" y="215668"/>
                  <a:pt x="248795" y="225133"/>
                  <a:pt x="248795" y="237302"/>
                </a:cubicBezTo>
                <a:cubicBezTo>
                  <a:pt x="248795" y="248795"/>
                  <a:pt x="258260" y="258936"/>
                  <a:pt x="270429" y="258936"/>
                </a:cubicBezTo>
                <a:cubicBezTo>
                  <a:pt x="282599" y="258936"/>
                  <a:pt x="292064" y="249471"/>
                  <a:pt x="292064" y="237302"/>
                </a:cubicBezTo>
                <a:cubicBezTo>
                  <a:pt x="292064" y="225133"/>
                  <a:pt x="282599" y="215668"/>
                  <a:pt x="270429" y="215668"/>
                </a:cubicBezTo>
                <a:close/>
                <a:moveTo>
                  <a:pt x="271105" y="147384"/>
                </a:moveTo>
                <a:cubicBezTo>
                  <a:pt x="319783" y="147384"/>
                  <a:pt x="358995" y="186596"/>
                  <a:pt x="358995" y="235274"/>
                </a:cubicBezTo>
                <a:lnTo>
                  <a:pt x="358995" y="256908"/>
                </a:lnTo>
                <a:cubicBezTo>
                  <a:pt x="358995" y="269078"/>
                  <a:pt x="349530" y="278543"/>
                  <a:pt x="337361" y="278543"/>
                </a:cubicBezTo>
                <a:cubicBezTo>
                  <a:pt x="324515" y="278543"/>
                  <a:pt x="312346" y="273134"/>
                  <a:pt x="304233" y="263669"/>
                </a:cubicBezTo>
                <a:cubicBezTo>
                  <a:pt x="290035" y="279895"/>
                  <a:pt x="266373" y="283275"/>
                  <a:pt x="248119" y="272458"/>
                </a:cubicBezTo>
                <a:cubicBezTo>
                  <a:pt x="229865" y="261641"/>
                  <a:pt x="222428" y="238654"/>
                  <a:pt x="229865" y="219048"/>
                </a:cubicBezTo>
                <a:cubicBezTo>
                  <a:pt x="237302" y="199442"/>
                  <a:pt x="258260" y="187949"/>
                  <a:pt x="279218" y="192005"/>
                </a:cubicBezTo>
                <a:cubicBezTo>
                  <a:pt x="300177" y="196061"/>
                  <a:pt x="315050" y="214315"/>
                  <a:pt x="315050" y="235950"/>
                </a:cubicBezTo>
                <a:cubicBezTo>
                  <a:pt x="315050" y="248119"/>
                  <a:pt x="324515" y="257584"/>
                  <a:pt x="336685" y="257584"/>
                </a:cubicBezTo>
                <a:lnTo>
                  <a:pt x="336685" y="235950"/>
                </a:lnTo>
                <a:cubicBezTo>
                  <a:pt x="336685" y="199442"/>
                  <a:pt x="306937" y="170371"/>
                  <a:pt x="271105" y="170371"/>
                </a:cubicBezTo>
                <a:cubicBezTo>
                  <a:pt x="235273" y="170371"/>
                  <a:pt x="205526" y="200118"/>
                  <a:pt x="205526" y="235950"/>
                </a:cubicBezTo>
                <a:cubicBezTo>
                  <a:pt x="204850" y="271782"/>
                  <a:pt x="234597" y="301529"/>
                  <a:pt x="270429" y="301529"/>
                </a:cubicBezTo>
                <a:cubicBezTo>
                  <a:pt x="281923" y="301529"/>
                  <a:pt x="293416" y="298825"/>
                  <a:pt x="303557" y="293416"/>
                </a:cubicBezTo>
                <a:cubicBezTo>
                  <a:pt x="308966" y="290712"/>
                  <a:pt x="315726" y="292740"/>
                  <a:pt x="319107" y="298149"/>
                </a:cubicBezTo>
                <a:cubicBezTo>
                  <a:pt x="321811" y="303557"/>
                  <a:pt x="319783" y="310318"/>
                  <a:pt x="314374" y="313698"/>
                </a:cubicBezTo>
                <a:cubicBezTo>
                  <a:pt x="300853" y="320459"/>
                  <a:pt x="285979" y="324516"/>
                  <a:pt x="270429" y="324516"/>
                </a:cubicBezTo>
                <a:cubicBezTo>
                  <a:pt x="221752" y="323840"/>
                  <a:pt x="182540" y="284627"/>
                  <a:pt x="183216" y="235274"/>
                </a:cubicBezTo>
                <a:cubicBezTo>
                  <a:pt x="183216" y="186596"/>
                  <a:pt x="222428" y="147384"/>
                  <a:pt x="271105" y="147384"/>
                </a:cubicBezTo>
                <a:close/>
                <a:moveTo>
                  <a:pt x="135215" y="108172"/>
                </a:moveTo>
                <a:lnTo>
                  <a:pt x="135215" y="333305"/>
                </a:lnTo>
                <a:lnTo>
                  <a:pt x="196062" y="391447"/>
                </a:lnTo>
                <a:cubicBezTo>
                  <a:pt x="240007" y="357644"/>
                  <a:pt x="300853" y="357644"/>
                  <a:pt x="344798" y="391447"/>
                </a:cubicBezTo>
                <a:lnTo>
                  <a:pt x="405645" y="333305"/>
                </a:lnTo>
                <a:lnTo>
                  <a:pt x="405645" y="108172"/>
                </a:lnTo>
                <a:close/>
                <a:moveTo>
                  <a:pt x="270430" y="0"/>
                </a:moveTo>
                <a:lnTo>
                  <a:pt x="351559" y="67608"/>
                </a:lnTo>
                <a:lnTo>
                  <a:pt x="446210" y="67608"/>
                </a:lnTo>
                <a:lnTo>
                  <a:pt x="446210" y="126426"/>
                </a:lnTo>
                <a:lnTo>
                  <a:pt x="540860" y="217020"/>
                </a:lnTo>
                <a:lnTo>
                  <a:pt x="540860" y="594946"/>
                </a:lnTo>
                <a:lnTo>
                  <a:pt x="0" y="594946"/>
                </a:lnTo>
                <a:lnTo>
                  <a:pt x="0" y="217020"/>
                </a:lnTo>
                <a:lnTo>
                  <a:pt x="94651" y="127102"/>
                </a:lnTo>
                <a:lnTo>
                  <a:pt x="94651" y="67608"/>
                </a:lnTo>
                <a:lnTo>
                  <a:pt x="189301" y="676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5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90" name="Text Placeholder 89">
            <a:extLst>
              <a:ext uri="{FF2B5EF4-FFF2-40B4-BE49-F238E27FC236}">
                <a16:creationId xmlns:a16="http://schemas.microsoft.com/office/drawing/2014/main" id="{017D09F1-F9AE-D1BC-4238-43482288C0A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738867" y="5571815"/>
            <a:ext cx="809763" cy="811547"/>
          </a:xfrm>
          <a:custGeom>
            <a:avLst/>
            <a:gdLst>
              <a:gd name="connsiteX0" fmla="*/ 417472 w 539842"/>
              <a:gd name="connsiteY0" fmla="*/ 321135 h 541115"/>
              <a:gd name="connsiteX1" fmla="*/ 438431 w 539842"/>
              <a:gd name="connsiteY1" fmla="*/ 329924 h 541115"/>
              <a:gd name="connsiteX2" fmla="*/ 531729 w 539842"/>
              <a:gd name="connsiteY2" fmla="*/ 423222 h 541115"/>
              <a:gd name="connsiteX3" fmla="*/ 539842 w 539842"/>
              <a:gd name="connsiteY3" fmla="*/ 444181 h 541115"/>
              <a:gd name="connsiteX4" fmla="*/ 531053 w 539842"/>
              <a:gd name="connsiteY4" fmla="*/ 465139 h 541115"/>
              <a:gd name="connsiteX5" fmla="*/ 520912 w 539842"/>
              <a:gd name="connsiteY5" fmla="*/ 475280 h 541115"/>
              <a:gd name="connsiteX6" fmla="*/ 386373 w 539842"/>
              <a:gd name="connsiteY6" fmla="*/ 340741 h 541115"/>
              <a:gd name="connsiteX7" fmla="*/ 396514 w 539842"/>
              <a:gd name="connsiteY7" fmla="*/ 329924 h 541115"/>
              <a:gd name="connsiteX8" fmla="*/ 417472 w 539842"/>
              <a:gd name="connsiteY8" fmla="*/ 321135 h 541115"/>
              <a:gd name="connsiteX9" fmla="*/ 44956 w 539842"/>
              <a:gd name="connsiteY9" fmla="*/ 39888 h 541115"/>
              <a:gd name="connsiteX10" fmla="*/ 179495 w 539842"/>
              <a:gd name="connsiteY10" fmla="*/ 174427 h 541115"/>
              <a:gd name="connsiteX11" fmla="*/ 158536 w 539842"/>
              <a:gd name="connsiteY11" fmla="*/ 194709 h 541115"/>
              <a:gd name="connsiteX12" fmla="*/ 154480 w 539842"/>
              <a:gd name="connsiteY12" fmla="*/ 204850 h 541115"/>
              <a:gd name="connsiteX13" fmla="*/ 158536 w 539842"/>
              <a:gd name="connsiteY13" fmla="*/ 214991 h 541115"/>
              <a:gd name="connsiteX14" fmla="*/ 326203 w 539842"/>
              <a:gd name="connsiteY14" fmla="*/ 381982 h 541115"/>
              <a:gd name="connsiteX15" fmla="*/ 336344 w 539842"/>
              <a:gd name="connsiteY15" fmla="*/ 386038 h 541115"/>
              <a:gd name="connsiteX16" fmla="*/ 346485 w 539842"/>
              <a:gd name="connsiteY16" fmla="*/ 381982 h 541115"/>
              <a:gd name="connsiteX17" fmla="*/ 366767 w 539842"/>
              <a:gd name="connsiteY17" fmla="*/ 361024 h 541115"/>
              <a:gd name="connsiteX18" fmla="*/ 500630 w 539842"/>
              <a:gd name="connsiteY18" fmla="*/ 495563 h 541115"/>
              <a:gd name="connsiteX19" fmla="*/ 482376 w 539842"/>
              <a:gd name="connsiteY19" fmla="*/ 513817 h 541115"/>
              <a:gd name="connsiteX20" fmla="*/ 413417 w 539842"/>
              <a:gd name="connsiteY20" fmla="*/ 540860 h 541115"/>
              <a:gd name="connsiteX21" fmla="*/ 305245 w 539842"/>
              <a:gd name="connsiteY21" fmla="*/ 509084 h 541115"/>
              <a:gd name="connsiteX22" fmla="*/ 262652 w 539842"/>
              <a:gd name="connsiteY22" fmla="*/ 482041 h 541115"/>
              <a:gd name="connsiteX23" fmla="*/ 56449 w 539842"/>
              <a:gd name="connsiteY23" fmla="*/ 269077 h 541115"/>
              <a:gd name="connsiteX24" fmla="*/ 15885 w 539842"/>
              <a:gd name="connsiteY24" fmla="*/ 198090 h 541115"/>
              <a:gd name="connsiteX25" fmla="*/ 335 w 539842"/>
              <a:gd name="connsiteY25" fmla="*/ 110200 h 541115"/>
              <a:gd name="connsiteX26" fmla="*/ 22645 w 539842"/>
              <a:gd name="connsiteY26" fmla="*/ 62198 h 541115"/>
              <a:gd name="connsiteX27" fmla="*/ 44956 w 539842"/>
              <a:gd name="connsiteY27" fmla="*/ 39888 h 541115"/>
              <a:gd name="connsiteX28" fmla="*/ 97013 w 539842"/>
              <a:gd name="connsiteY28" fmla="*/ 0 h 541115"/>
              <a:gd name="connsiteX29" fmla="*/ 117296 w 539842"/>
              <a:gd name="connsiteY29" fmla="*/ 8789 h 541115"/>
              <a:gd name="connsiteX30" fmla="*/ 210594 w 539842"/>
              <a:gd name="connsiteY30" fmla="*/ 101411 h 541115"/>
              <a:gd name="connsiteX31" fmla="*/ 219383 w 539842"/>
              <a:gd name="connsiteY31" fmla="*/ 122370 h 541115"/>
              <a:gd name="connsiteX32" fmla="*/ 210594 w 539842"/>
              <a:gd name="connsiteY32" fmla="*/ 143328 h 541115"/>
              <a:gd name="connsiteX33" fmla="*/ 200453 w 539842"/>
              <a:gd name="connsiteY33" fmla="*/ 153469 h 541115"/>
              <a:gd name="connsiteX34" fmla="*/ 65914 w 539842"/>
              <a:gd name="connsiteY34" fmla="*/ 18930 h 541115"/>
              <a:gd name="connsiteX35" fmla="*/ 76055 w 539842"/>
              <a:gd name="connsiteY35" fmla="*/ 8789 h 541115"/>
              <a:gd name="connsiteX36" fmla="*/ 97013 w 539842"/>
              <a:gd name="connsiteY36" fmla="*/ 0 h 541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39842" h="541115">
                <a:moveTo>
                  <a:pt x="417472" y="321135"/>
                </a:moveTo>
                <a:cubicBezTo>
                  <a:pt x="425585" y="321135"/>
                  <a:pt x="433022" y="324515"/>
                  <a:pt x="438431" y="329924"/>
                </a:cubicBezTo>
                <a:lnTo>
                  <a:pt x="531729" y="423222"/>
                </a:lnTo>
                <a:cubicBezTo>
                  <a:pt x="537138" y="428631"/>
                  <a:pt x="539842" y="436068"/>
                  <a:pt x="539842" y="444181"/>
                </a:cubicBezTo>
                <a:cubicBezTo>
                  <a:pt x="539842" y="452294"/>
                  <a:pt x="536462" y="459730"/>
                  <a:pt x="531053" y="465139"/>
                </a:cubicBezTo>
                <a:lnTo>
                  <a:pt x="520912" y="475280"/>
                </a:lnTo>
                <a:lnTo>
                  <a:pt x="386373" y="340741"/>
                </a:lnTo>
                <a:lnTo>
                  <a:pt x="396514" y="329924"/>
                </a:lnTo>
                <a:cubicBezTo>
                  <a:pt x="401923" y="324515"/>
                  <a:pt x="409360" y="321135"/>
                  <a:pt x="417472" y="321135"/>
                </a:cubicBezTo>
                <a:close/>
                <a:moveTo>
                  <a:pt x="44956" y="39888"/>
                </a:moveTo>
                <a:lnTo>
                  <a:pt x="179495" y="174427"/>
                </a:lnTo>
                <a:lnTo>
                  <a:pt x="158536" y="194709"/>
                </a:lnTo>
                <a:cubicBezTo>
                  <a:pt x="155832" y="197413"/>
                  <a:pt x="154480" y="201470"/>
                  <a:pt x="154480" y="204850"/>
                </a:cubicBezTo>
                <a:cubicBezTo>
                  <a:pt x="154480" y="208231"/>
                  <a:pt x="155832" y="212287"/>
                  <a:pt x="158536" y="214991"/>
                </a:cubicBezTo>
                <a:lnTo>
                  <a:pt x="326203" y="381982"/>
                </a:lnTo>
                <a:cubicBezTo>
                  <a:pt x="328907" y="384686"/>
                  <a:pt x="332964" y="386038"/>
                  <a:pt x="336344" y="386038"/>
                </a:cubicBezTo>
                <a:cubicBezTo>
                  <a:pt x="339724" y="386038"/>
                  <a:pt x="343781" y="384686"/>
                  <a:pt x="346485" y="381982"/>
                </a:cubicBezTo>
                <a:lnTo>
                  <a:pt x="366767" y="361024"/>
                </a:lnTo>
                <a:lnTo>
                  <a:pt x="500630" y="495563"/>
                </a:lnTo>
                <a:lnTo>
                  <a:pt x="482376" y="513817"/>
                </a:lnTo>
                <a:cubicBezTo>
                  <a:pt x="464798" y="532747"/>
                  <a:pt x="439107" y="542888"/>
                  <a:pt x="413417" y="540860"/>
                </a:cubicBezTo>
                <a:cubicBezTo>
                  <a:pt x="374880" y="538155"/>
                  <a:pt x="339048" y="525986"/>
                  <a:pt x="305245" y="509084"/>
                </a:cubicBezTo>
                <a:cubicBezTo>
                  <a:pt x="290371" y="500971"/>
                  <a:pt x="276173" y="492182"/>
                  <a:pt x="262652" y="482041"/>
                </a:cubicBezTo>
                <a:cubicBezTo>
                  <a:pt x="181523" y="424575"/>
                  <a:pt x="111887" y="352235"/>
                  <a:pt x="56449" y="269077"/>
                </a:cubicBezTo>
                <a:cubicBezTo>
                  <a:pt x="40899" y="246767"/>
                  <a:pt x="26702" y="223104"/>
                  <a:pt x="15885" y="198090"/>
                </a:cubicBezTo>
                <a:cubicBezTo>
                  <a:pt x="5743" y="169694"/>
                  <a:pt x="-1693" y="140623"/>
                  <a:pt x="335" y="110200"/>
                </a:cubicBezTo>
                <a:cubicBezTo>
                  <a:pt x="1011" y="91946"/>
                  <a:pt x="9124" y="75044"/>
                  <a:pt x="22645" y="62198"/>
                </a:cubicBezTo>
                <a:cubicBezTo>
                  <a:pt x="28054" y="56790"/>
                  <a:pt x="36167" y="48677"/>
                  <a:pt x="44956" y="39888"/>
                </a:cubicBezTo>
                <a:close/>
                <a:moveTo>
                  <a:pt x="97013" y="0"/>
                </a:moveTo>
                <a:cubicBezTo>
                  <a:pt x="104450" y="0"/>
                  <a:pt x="111887" y="3380"/>
                  <a:pt x="117296" y="8789"/>
                </a:cubicBezTo>
                <a:lnTo>
                  <a:pt x="210594" y="101411"/>
                </a:lnTo>
                <a:cubicBezTo>
                  <a:pt x="216003" y="106820"/>
                  <a:pt x="219383" y="114257"/>
                  <a:pt x="219383" y="122370"/>
                </a:cubicBezTo>
                <a:cubicBezTo>
                  <a:pt x="219383" y="130482"/>
                  <a:pt x="216003" y="137919"/>
                  <a:pt x="210594" y="143328"/>
                </a:cubicBezTo>
                <a:lnTo>
                  <a:pt x="200453" y="153469"/>
                </a:lnTo>
                <a:lnTo>
                  <a:pt x="65914" y="18930"/>
                </a:lnTo>
                <a:lnTo>
                  <a:pt x="76055" y="8789"/>
                </a:lnTo>
                <a:cubicBezTo>
                  <a:pt x="81464" y="3380"/>
                  <a:pt x="89577" y="0"/>
                  <a:pt x="970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5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88" name="Text Placeholder 87">
            <a:extLst>
              <a:ext uri="{FF2B5EF4-FFF2-40B4-BE49-F238E27FC236}">
                <a16:creationId xmlns:a16="http://schemas.microsoft.com/office/drawing/2014/main" id="{9BB716BD-1889-015D-9C0F-E7138A3898D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931729" y="7310477"/>
            <a:ext cx="424539" cy="689490"/>
          </a:xfrm>
          <a:custGeom>
            <a:avLst/>
            <a:gdLst>
              <a:gd name="connsiteX0" fmla="*/ 141514 w 283026"/>
              <a:gd name="connsiteY0" fmla="*/ 81129 h 459731"/>
              <a:gd name="connsiteX1" fmla="*/ 80667 w 283026"/>
              <a:gd name="connsiteY1" fmla="*/ 141976 h 459731"/>
              <a:gd name="connsiteX2" fmla="*/ 141514 w 283026"/>
              <a:gd name="connsiteY2" fmla="*/ 202823 h 459731"/>
              <a:gd name="connsiteX3" fmla="*/ 202361 w 283026"/>
              <a:gd name="connsiteY3" fmla="*/ 141976 h 459731"/>
              <a:gd name="connsiteX4" fmla="*/ 141514 w 283026"/>
              <a:gd name="connsiteY4" fmla="*/ 81129 h 459731"/>
              <a:gd name="connsiteX5" fmla="*/ 141514 w 283026"/>
              <a:gd name="connsiteY5" fmla="*/ 0 h 459731"/>
              <a:gd name="connsiteX6" fmla="*/ 258475 w 283026"/>
              <a:gd name="connsiteY6" fmla="*/ 62199 h 459731"/>
              <a:gd name="connsiteX7" fmla="*/ 273348 w 283026"/>
              <a:gd name="connsiteY7" fmla="*/ 194034 h 459731"/>
              <a:gd name="connsiteX8" fmla="*/ 209121 w 283026"/>
              <a:gd name="connsiteY8" fmla="*/ 336009 h 459731"/>
              <a:gd name="connsiteX9" fmla="*/ 153683 w 283026"/>
              <a:gd name="connsiteY9" fmla="*/ 452294 h 459731"/>
              <a:gd name="connsiteX10" fmla="*/ 141514 w 283026"/>
              <a:gd name="connsiteY10" fmla="*/ 459731 h 459731"/>
              <a:gd name="connsiteX11" fmla="*/ 129344 w 283026"/>
              <a:gd name="connsiteY11" fmla="*/ 452294 h 459731"/>
              <a:gd name="connsiteX12" fmla="*/ 73906 w 283026"/>
              <a:gd name="connsiteY12" fmla="*/ 336009 h 459731"/>
              <a:gd name="connsiteX13" fmla="*/ 9679 w 283026"/>
              <a:gd name="connsiteY13" fmla="*/ 194034 h 459731"/>
              <a:gd name="connsiteX14" fmla="*/ 24553 w 283026"/>
              <a:gd name="connsiteY14" fmla="*/ 62199 h 459731"/>
              <a:gd name="connsiteX15" fmla="*/ 141514 w 283026"/>
              <a:gd name="connsiteY15" fmla="*/ 0 h 459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3026" h="459731">
                <a:moveTo>
                  <a:pt x="141514" y="81129"/>
                </a:moveTo>
                <a:cubicBezTo>
                  <a:pt x="107710" y="81129"/>
                  <a:pt x="80667" y="108172"/>
                  <a:pt x="80667" y="141976"/>
                </a:cubicBezTo>
                <a:cubicBezTo>
                  <a:pt x="80667" y="175780"/>
                  <a:pt x="107710" y="202823"/>
                  <a:pt x="141514" y="202823"/>
                </a:cubicBezTo>
                <a:cubicBezTo>
                  <a:pt x="175318" y="202823"/>
                  <a:pt x="202361" y="175780"/>
                  <a:pt x="202361" y="141976"/>
                </a:cubicBezTo>
                <a:cubicBezTo>
                  <a:pt x="202361" y="108172"/>
                  <a:pt x="175318" y="81129"/>
                  <a:pt x="141514" y="81129"/>
                </a:cubicBezTo>
                <a:close/>
                <a:moveTo>
                  <a:pt x="141514" y="0"/>
                </a:moveTo>
                <a:cubicBezTo>
                  <a:pt x="188163" y="0"/>
                  <a:pt x="232108" y="22987"/>
                  <a:pt x="258475" y="62199"/>
                </a:cubicBezTo>
                <a:cubicBezTo>
                  <a:pt x="284842" y="100735"/>
                  <a:pt x="290250" y="150089"/>
                  <a:pt x="273348" y="194034"/>
                </a:cubicBezTo>
                <a:lnTo>
                  <a:pt x="209121" y="336009"/>
                </a:lnTo>
                <a:lnTo>
                  <a:pt x="153683" y="452294"/>
                </a:lnTo>
                <a:cubicBezTo>
                  <a:pt x="151655" y="457027"/>
                  <a:pt x="146922" y="459731"/>
                  <a:pt x="141514" y="459731"/>
                </a:cubicBezTo>
                <a:cubicBezTo>
                  <a:pt x="136105" y="459731"/>
                  <a:pt x="131373" y="457027"/>
                  <a:pt x="129344" y="452294"/>
                </a:cubicBezTo>
                <a:lnTo>
                  <a:pt x="73906" y="336009"/>
                </a:lnTo>
                <a:lnTo>
                  <a:pt x="9679" y="194034"/>
                </a:lnTo>
                <a:cubicBezTo>
                  <a:pt x="-7223" y="150089"/>
                  <a:pt x="-1814" y="100735"/>
                  <a:pt x="24553" y="62199"/>
                </a:cubicBezTo>
                <a:cubicBezTo>
                  <a:pt x="50920" y="22987"/>
                  <a:pt x="94865" y="0"/>
                  <a:pt x="14151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5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FAA4F31-FF90-45D7-B2DE-4071CF3B0D54}"/>
              </a:ext>
            </a:extLst>
          </p:cNvPr>
          <p:cNvSpPr/>
          <p:nvPr userDrawn="1"/>
        </p:nvSpPr>
        <p:spPr>
          <a:xfrm>
            <a:off x="1" y="1"/>
            <a:ext cx="2614616" cy="2614209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2" y="3496076"/>
            <a:ext cx="6543678" cy="329326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1FA46AC-369F-A789-6C23-E8313F5511DB}"/>
              </a:ext>
            </a:extLst>
          </p:cNvPr>
          <p:cNvSpPr/>
          <p:nvPr userDrawn="1"/>
        </p:nvSpPr>
        <p:spPr>
          <a:xfrm flipV="1">
            <a:off x="1" y="7671205"/>
            <a:ext cx="2614616" cy="2614209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67FFE41-87BA-382B-FABF-2D6AE99DAC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59019" y="2064484"/>
            <a:ext cx="7547919" cy="112070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AEE06FA4-0F97-6F61-C722-9F7239E2DC0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859019" y="3857024"/>
            <a:ext cx="7547919" cy="112070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1A2EC03D-0031-5439-382A-06A1EBCCF70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859019" y="5307676"/>
            <a:ext cx="7547919" cy="112070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898D4D79-CC68-5105-005D-DD2DB944791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9859019" y="7094870"/>
            <a:ext cx="7547919" cy="112070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1253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FAA4F31-FF90-45D7-B2DE-4071CF3B0D54}"/>
              </a:ext>
            </a:extLst>
          </p:cNvPr>
          <p:cNvSpPr/>
          <p:nvPr userDrawn="1"/>
        </p:nvSpPr>
        <p:spPr>
          <a:xfrm>
            <a:off x="0" y="0"/>
            <a:ext cx="5143500" cy="5142701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82F00A-A605-DB2C-17E8-A269DC1DC8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069" y="876164"/>
            <a:ext cx="14366075" cy="554028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6599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5FF4370-38BB-6E85-843A-814198808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1066" y="6578423"/>
            <a:ext cx="14366075" cy="21356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buNone/>
              <a:defRPr sz="2700" b="0">
                <a:solidFill>
                  <a:schemeClr val="tx1"/>
                </a:solidFill>
              </a:defRPr>
            </a:lvl1pPr>
            <a:lvl2pPr marL="685692" indent="0" algn="ctr">
              <a:buNone/>
              <a:defRPr sz="3000"/>
            </a:lvl2pPr>
            <a:lvl3pPr marL="1371383" indent="0" algn="ctr">
              <a:buNone/>
              <a:defRPr sz="2700"/>
            </a:lvl3pPr>
            <a:lvl4pPr marL="2057075" indent="0" algn="ctr">
              <a:buNone/>
              <a:defRPr sz="2400"/>
            </a:lvl4pPr>
            <a:lvl5pPr marL="2742765" indent="0" algn="ctr">
              <a:buNone/>
              <a:defRPr sz="2400"/>
            </a:lvl5pPr>
            <a:lvl6pPr marL="3428457" indent="0" algn="ctr">
              <a:buNone/>
              <a:defRPr sz="2400"/>
            </a:lvl6pPr>
            <a:lvl7pPr marL="4114148" indent="0" algn="ctr">
              <a:buNone/>
              <a:defRPr sz="2400"/>
            </a:lvl7pPr>
            <a:lvl8pPr marL="4799840" indent="0" algn="ctr">
              <a:buNone/>
              <a:defRPr sz="2400"/>
            </a:lvl8pPr>
            <a:lvl9pPr marL="5485532" indent="0" algn="ctr">
              <a:buNone/>
              <a:defRPr sz="24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36FFF2-2DBB-1CD9-58EF-DC971AA99613}"/>
              </a:ext>
            </a:extLst>
          </p:cNvPr>
          <p:cNvSpPr/>
          <p:nvPr userDrawn="1"/>
        </p:nvSpPr>
        <p:spPr>
          <a:xfrm>
            <a:off x="881066" y="6416448"/>
            <a:ext cx="2325953" cy="161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2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9413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01FB9E8-FFD2-5B94-A9EC-C17430F2B27F}"/>
              </a:ext>
            </a:extLst>
          </p:cNvPr>
          <p:cNvSpPr/>
          <p:nvPr userDrawn="1"/>
        </p:nvSpPr>
        <p:spPr>
          <a:xfrm>
            <a:off x="0" y="2314023"/>
            <a:ext cx="2835714" cy="5657367"/>
          </a:xfrm>
          <a:custGeom>
            <a:avLst/>
            <a:gdLst>
              <a:gd name="connsiteX0" fmla="*/ 3776 w 1623776"/>
              <a:gd name="connsiteY0" fmla="*/ 0 h 3240000"/>
              <a:gd name="connsiteX1" fmla="*/ 0 w 1623776"/>
              <a:gd name="connsiteY1" fmla="*/ 191 h 3240000"/>
              <a:gd name="connsiteX2" fmla="*/ 0 w 1623776"/>
              <a:gd name="connsiteY2" fmla="*/ 3239810 h 3240000"/>
              <a:gd name="connsiteX3" fmla="*/ 3776 w 1623776"/>
              <a:gd name="connsiteY3" fmla="*/ 3240000 h 3240000"/>
              <a:gd name="connsiteX4" fmla="*/ 1623776 w 1623776"/>
              <a:gd name="connsiteY4" fmla="*/ 1620000 h 3240000"/>
              <a:gd name="connsiteX5" fmla="*/ 3776 w 1623776"/>
              <a:gd name="connsiteY5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23776" h="3240000">
                <a:moveTo>
                  <a:pt x="3776" y="0"/>
                </a:moveTo>
                <a:lnTo>
                  <a:pt x="0" y="191"/>
                </a:lnTo>
                <a:lnTo>
                  <a:pt x="0" y="3239810"/>
                </a:lnTo>
                <a:lnTo>
                  <a:pt x="3776" y="3240000"/>
                </a:lnTo>
                <a:cubicBezTo>
                  <a:pt x="898477" y="3240000"/>
                  <a:pt x="1623776" y="2514701"/>
                  <a:pt x="1623776" y="1620000"/>
                </a:cubicBezTo>
                <a:cubicBezTo>
                  <a:pt x="1623776" y="725299"/>
                  <a:pt x="898477" y="0"/>
                  <a:pt x="3776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BBEC518-0BEE-8EE2-B20F-6E73D5849DD7}"/>
              </a:ext>
            </a:extLst>
          </p:cNvPr>
          <p:cNvSpPr/>
          <p:nvPr userDrawn="1"/>
        </p:nvSpPr>
        <p:spPr>
          <a:xfrm flipH="1">
            <a:off x="15452286" y="2314023"/>
            <a:ext cx="2835714" cy="5657367"/>
          </a:xfrm>
          <a:custGeom>
            <a:avLst/>
            <a:gdLst>
              <a:gd name="connsiteX0" fmla="*/ 3776 w 1623776"/>
              <a:gd name="connsiteY0" fmla="*/ 0 h 3240000"/>
              <a:gd name="connsiteX1" fmla="*/ 0 w 1623776"/>
              <a:gd name="connsiteY1" fmla="*/ 191 h 3240000"/>
              <a:gd name="connsiteX2" fmla="*/ 0 w 1623776"/>
              <a:gd name="connsiteY2" fmla="*/ 3239810 h 3240000"/>
              <a:gd name="connsiteX3" fmla="*/ 3776 w 1623776"/>
              <a:gd name="connsiteY3" fmla="*/ 3240000 h 3240000"/>
              <a:gd name="connsiteX4" fmla="*/ 1623776 w 1623776"/>
              <a:gd name="connsiteY4" fmla="*/ 1620000 h 3240000"/>
              <a:gd name="connsiteX5" fmla="*/ 3776 w 1623776"/>
              <a:gd name="connsiteY5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23776" h="3240000">
                <a:moveTo>
                  <a:pt x="3776" y="0"/>
                </a:moveTo>
                <a:lnTo>
                  <a:pt x="0" y="191"/>
                </a:lnTo>
                <a:lnTo>
                  <a:pt x="0" y="3239810"/>
                </a:lnTo>
                <a:lnTo>
                  <a:pt x="3776" y="3240000"/>
                </a:lnTo>
                <a:cubicBezTo>
                  <a:pt x="898477" y="3240000"/>
                  <a:pt x="1623776" y="2514701"/>
                  <a:pt x="1623776" y="1620000"/>
                </a:cubicBezTo>
                <a:cubicBezTo>
                  <a:pt x="1623776" y="725299"/>
                  <a:pt x="898477" y="0"/>
                  <a:pt x="3776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82F00A-A605-DB2C-17E8-A269DC1DC8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7" y="3007099"/>
            <a:ext cx="14366075" cy="2135607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6599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5FF4370-38BB-6E85-843A-814198808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7" y="5304682"/>
            <a:ext cx="14366075" cy="21356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50000"/>
              </a:lnSpc>
              <a:buNone/>
              <a:defRPr sz="2700" b="0">
                <a:solidFill>
                  <a:schemeClr val="tx1"/>
                </a:solidFill>
              </a:defRPr>
            </a:lvl1pPr>
            <a:lvl2pPr marL="685692" indent="0" algn="ctr">
              <a:buNone/>
              <a:defRPr sz="3000"/>
            </a:lvl2pPr>
            <a:lvl3pPr marL="1371383" indent="0" algn="ctr">
              <a:buNone/>
              <a:defRPr sz="2700"/>
            </a:lvl3pPr>
            <a:lvl4pPr marL="2057075" indent="0" algn="ctr">
              <a:buNone/>
              <a:defRPr sz="2400"/>
            </a:lvl4pPr>
            <a:lvl5pPr marL="2742765" indent="0" algn="ctr">
              <a:buNone/>
              <a:defRPr sz="2400"/>
            </a:lvl5pPr>
            <a:lvl6pPr marL="3428457" indent="0" algn="ctr">
              <a:buNone/>
              <a:defRPr sz="2400"/>
            </a:lvl6pPr>
            <a:lvl7pPr marL="4114148" indent="0" algn="ctr">
              <a:buNone/>
              <a:defRPr sz="2400"/>
            </a:lvl7pPr>
            <a:lvl8pPr marL="4799840" indent="0" algn="ctr">
              <a:buNone/>
              <a:defRPr sz="2400"/>
            </a:lvl8pPr>
            <a:lvl9pPr marL="5485532" indent="0" algn="ctr">
              <a:buNone/>
              <a:defRPr sz="24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36FFF2-2DBB-1CD9-58EF-DC971AA99613}"/>
              </a:ext>
            </a:extLst>
          </p:cNvPr>
          <p:cNvSpPr/>
          <p:nvPr userDrawn="1"/>
        </p:nvSpPr>
        <p:spPr>
          <a:xfrm>
            <a:off x="8001268" y="5142707"/>
            <a:ext cx="2325953" cy="161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2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415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01FB9E8-FFD2-5B94-A9EC-C17430F2B27F}"/>
              </a:ext>
            </a:extLst>
          </p:cNvPr>
          <p:cNvSpPr/>
          <p:nvPr userDrawn="1"/>
        </p:nvSpPr>
        <p:spPr>
          <a:xfrm rot="5400000">
            <a:off x="7726362" y="-1411482"/>
            <a:ext cx="2835277" cy="5658240"/>
          </a:xfrm>
          <a:custGeom>
            <a:avLst/>
            <a:gdLst>
              <a:gd name="connsiteX0" fmla="*/ 3776 w 1623776"/>
              <a:gd name="connsiteY0" fmla="*/ 0 h 3240000"/>
              <a:gd name="connsiteX1" fmla="*/ 0 w 1623776"/>
              <a:gd name="connsiteY1" fmla="*/ 191 h 3240000"/>
              <a:gd name="connsiteX2" fmla="*/ 0 w 1623776"/>
              <a:gd name="connsiteY2" fmla="*/ 3239810 h 3240000"/>
              <a:gd name="connsiteX3" fmla="*/ 3776 w 1623776"/>
              <a:gd name="connsiteY3" fmla="*/ 3240000 h 3240000"/>
              <a:gd name="connsiteX4" fmla="*/ 1623776 w 1623776"/>
              <a:gd name="connsiteY4" fmla="*/ 1620000 h 3240000"/>
              <a:gd name="connsiteX5" fmla="*/ 3776 w 1623776"/>
              <a:gd name="connsiteY5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23776" h="3240000">
                <a:moveTo>
                  <a:pt x="3776" y="0"/>
                </a:moveTo>
                <a:lnTo>
                  <a:pt x="0" y="191"/>
                </a:lnTo>
                <a:lnTo>
                  <a:pt x="0" y="3239810"/>
                </a:lnTo>
                <a:lnTo>
                  <a:pt x="3776" y="3240000"/>
                </a:lnTo>
                <a:cubicBezTo>
                  <a:pt x="898477" y="3240000"/>
                  <a:pt x="1623776" y="2514701"/>
                  <a:pt x="1623776" y="1620000"/>
                </a:cubicBezTo>
                <a:cubicBezTo>
                  <a:pt x="1623776" y="725299"/>
                  <a:pt x="898477" y="0"/>
                  <a:pt x="3776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82F00A-A605-DB2C-17E8-A269DC1DC8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7" y="3007099"/>
            <a:ext cx="14366075" cy="2135607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6599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5FF4370-38BB-6E85-843A-814198808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7" y="5304682"/>
            <a:ext cx="14366075" cy="21356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50000"/>
              </a:lnSpc>
              <a:buNone/>
              <a:defRPr sz="2700" b="0">
                <a:solidFill>
                  <a:schemeClr val="tx1"/>
                </a:solidFill>
              </a:defRPr>
            </a:lvl1pPr>
            <a:lvl2pPr marL="685692" indent="0" algn="ctr">
              <a:buNone/>
              <a:defRPr sz="3000"/>
            </a:lvl2pPr>
            <a:lvl3pPr marL="1371383" indent="0" algn="ctr">
              <a:buNone/>
              <a:defRPr sz="2700"/>
            </a:lvl3pPr>
            <a:lvl4pPr marL="2057075" indent="0" algn="ctr">
              <a:buNone/>
              <a:defRPr sz="2400"/>
            </a:lvl4pPr>
            <a:lvl5pPr marL="2742765" indent="0" algn="ctr">
              <a:buNone/>
              <a:defRPr sz="2400"/>
            </a:lvl5pPr>
            <a:lvl6pPr marL="3428457" indent="0" algn="ctr">
              <a:buNone/>
              <a:defRPr sz="2400"/>
            </a:lvl6pPr>
            <a:lvl7pPr marL="4114148" indent="0" algn="ctr">
              <a:buNone/>
              <a:defRPr sz="2400"/>
            </a:lvl7pPr>
            <a:lvl8pPr marL="4799840" indent="0" algn="ctr">
              <a:buNone/>
              <a:defRPr sz="2400"/>
            </a:lvl8pPr>
            <a:lvl9pPr marL="5485532" indent="0" algn="ctr">
              <a:buNone/>
              <a:defRPr sz="24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36FFF2-2DBB-1CD9-58EF-DC971AA99613}"/>
              </a:ext>
            </a:extLst>
          </p:cNvPr>
          <p:cNvSpPr/>
          <p:nvPr userDrawn="1"/>
        </p:nvSpPr>
        <p:spPr>
          <a:xfrm>
            <a:off x="8001268" y="5142707"/>
            <a:ext cx="2325953" cy="161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2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8188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08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FAA4F31-FF90-45D7-B2DE-4071CF3B0D54}"/>
              </a:ext>
            </a:extLst>
          </p:cNvPr>
          <p:cNvSpPr/>
          <p:nvPr userDrawn="1"/>
        </p:nvSpPr>
        <p:spPr>
          <a:xfrm>
            <a:off x="0" y="0"/>
            <a:ext cx="3401571" cy="3401043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876165"/>
            <a:ext cx="16525875" cy="16642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10F97-4F79-635A-8480-E67B297F3F4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81063" y="3185622"/>
            <a:ext cx="16525875" cy="6223627"/>
          </a:xfrm>
        </p:spPr>
        <p:txBody>
          <a:bodyPr/>
          <a:lstStyle>
            <a:lvl1pPr marL="428568" indent="-428568">
              <a:buClr>
                <a:schemeClr val="accent1"/>
              </a:buClr>
              <a:buFont typeface="Wingdings" panose="05000000000000000000" pitchFamily="2" charset="2"/>
              <a:buChar char="§"/>
              <a:defRPr sz="2700" b="0">
                <a:solidFill>
                  <a:schemeClr val="tx1"/>
                </a:solidFill>
              </a:defRPr>
            </a:lvl1pPr>
            <a:lvl2pPr marL="1114260" indent="-428568"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</a:defRPr>
            </a:lvl2pPr>
            <a:lvl3pPr marL="1799950" indent="-428568">
              <a:buClr>
                <a:schemeClr val="accent1"/>
              </a:buClr>
              <a:buFont typeface="Wingdings" panose="05000000000000000000" pitchFamily="2" charset="2"/>
              <a:buChar char="§"/>
              <a:defRPr sz="2100">
                <a:solidFill>
                  <a:schemeClr val="tx1"/>
                </a:solidFill>
              </a:defRPr>
            </a:lvl3pPr>
            <a:lvl4pPr marL="2314215" indent="-257141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999907" indent="-257141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6524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876165"/>
            <a:ext cx="16525875" cy="16642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C58487-FAF6-6FA2-6EE6-AF55ED7E11BD}"/>
              </a:ext>
            </a:extLst>
          </p:cNvPr>
          <p:cNvSpPr/>
          <p:nvPr userDrawn="1"/>
        </p:nvSpPr>
        <p:spPr>
          <a:xfrm>
            <a:off x="881063" y="2790395"/>
            <a:ext cx="2509431" cy="26995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A60A65A1-5F85-B33B-EA28-74D5F976D7D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69154" y="2978180"/>
            <a:ext cx="6298029" cy="6431069"/>
          </a:xfrm>
          <a:solidFill>
            <a:schemeClr val="accent2"/>
          </a:solidFill>
        </p:spPr>
        <p:txBody>
          <a:bodyPr vert="horz" lIns="91440" tIns="45720" rIns="91440" bIns="45720" rtlCol="0" anchor="ctr">
            <a:noAutofit/>
          </a:bodyPr>
          <a:lstStyle>
            <a:lvl1pPr>
              <a:defRPr lang="en-ID" sz="2100"/>
            </a:lvl1pPr>
          </a:lstStyle>
          <a:p>
            <a:pPr lvl="0" algn="ctr"/>
            <a:endParaRPr lang="en-ID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9739D3D-43C6-568B-C822-71725DFDDE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00974" y="3568455"/>
            <a:ext cx="9605964" cy="53991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FDDC7E6-D45A-8771-B382-2AB8909D9F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00974" y="2978179"/>
            <a:ext cx="9605964" cy="539917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7DB3D4D-4280-F558-BF92-F16B9874E2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00974" y="4162962"/>
            <a:ext cx="9605964" cy="524628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07487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876165"/>
            <a:ext cx="16525875" cy="16642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C58487-FAF6-6FA2-6EE6-AF55ED7E11BD}"/>
              </a:ext>
            </a:extLst>
          </p:cNvPr>
          <p:cNvSpPr/>
          <p:nvPr userDrawn="1"/>
        </p:nvSpPr>
        <p:spPr>
          <a:xfrm>
            <a:off x="1530897" y="3605130"/>
            <a:ext cx="1084458" cy="11666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A60A65A1-5F85-B33B-EA28-74D5F976D7D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718988" y="3792914"/>
            <a:ext cx="2643738" cy="2699585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9739D3D-43C6-568B-C822-71725DFDDE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16585" y="7768332"/>
            <a:ext cx="3457577" cy="539917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FDDC7E6-D45A-8771-B382-2AB8909D9F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6585" y="7178056"/>
            <a:ext cx="3457577" cy="539917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574410-6D2F-55A1-8E39-660141E6EF1C}"/>
              </a:ext>
            </a:extLst>
          </p:cNvPr>
          <p:cNvSpPr/>
          <p:nvPr userDrawn="1"/>
        </p:nvSpPr>
        <p:spPr>
          <a:xfrm>
            <a:off x="7634040" y="3605130"/>
            <a:ext cx="1084458" cy="11666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8C0A5A9-8E77-9BAC-76E0-26033140D6F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822131" y="3792914"/>
            <a:ext cx="2643738" cy="2699585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643AD8B-BAE3-3848-73D3-62FAD7D0D0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19728" y="7768332"/>
            <a:ext cx="3457577" cy="539917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9CF8509-C7EC-79D3-7411-F26B02D1073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19728" y="7178056"/>
            <a:ext cx="3457577" cy="539917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BA5D59-0209-89B8-9147-1C63D7A1B071}"/>
              </a:ext>
            </a:extLst>
          </p:cNvPr>
          <p:cNvSpPr/>
          <p:nvPr userDrawn="1"/>
        </p:nvSpPr>
        <p:spPr>
          <a:xfrm>
            <a:off x="13737183" y="3605130"/>
            <a:ext cx="1084458" cy="11666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21C38032-B31A-CB71-7779-947398FC53D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25274" y="3792914"/>
            <a:ext cx="2643738" cy="2699585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A3EAE2A-BC8F-C40E-3865-3BDF5B54D2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522871" y="7768332"/>
            <a:ext cx="3457577" cy="539917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47C502D-0AB2-780B-BDDB-36CCF8FEF68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522871" y="7178056"/>
            <a:ext cx="3457577" cy="539917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422810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876165"/>
            <a:ext cx="16525875" cy="16642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C58487-FAF6-6FA2-6EE6-AF55ED7E11BD}"/>
              </a:ext>
            </a:extLst>
          </p:cNvPr>
          <p:cNvSpPr/>
          <p:nvPr userDrawn="1"/>
        </p:nvSpPr>
        <p:spPr>
          <a:xfrm>
            <a:off x="1095375" y="3605130"/>
            <a:ext cx="1084458" cy="11666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A60A65A1-5F85-B33B-EA28-74D5F976D7D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83466" y="3792914"/>
            <a:ext cx="2643738" cy="2699585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9739D3D-43C6-568B-C822-71725DFDDE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1063" y="7768332"/>
            <a:ext cx="3457577" cy="539917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FDDC7E6-D45A-8771-B382-2AB8909D9F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1063" y="7178056"/>
            <a:ext cx="3457577" cy="539917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A6A98A-D7E8-DACA-9006-CD8053271585}"/>
              </a:ext>
            </a:extLst>
          </p:cNvPr>
          <p:cNvSpPr/>
          <p:nvPr userDrawn="1"/>
        </p:nvSpPr>
        <p:spPr>
          <a:xfrm>
            <a:off x="5451474" y="3605130"/>
            <a:ext cx="1084458" cy="11666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675AB211-7576-E1FA-EA29-B79982587E1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639565" y="3792914"/>
            <a:ext cx="2643738" cy="2699585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446CBDD2-D76B-E541-1010-51F52DEBB0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37162" y="7768332"/>
            <a:ext cx="3457577" cy="539917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BD2D176A-8984-014A-3DD7-95E73E098D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37162" y="7178056"/>
            <a:ext cx="3457577" cy="539917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D3E502E-44C3-9BA0-5EF8-2BCF3B51B0E9}"/>
              </a:ext>
            </a:extLst>
          </p:cNvPr>
          <p:cNvSpPr/>
          <p:nvPr userDrawn="1"/>
        </p:nvSpPr>
        <p:spPr>
          <a:xfrm>
            <a:off x="9807573" y="3605130"/>
            <a:ext cx="1084458" cy="11666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A7D470C9-B206-8884-B452-644A47C1E25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995664" y="3792914"/>
            <a:ext cx="2643738" cy="2699585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B4A97306-5669-EFC7-0E04-7F32BA20579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593261" y="7768332"/>
            <a:ext cx="3457577" cy="539917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032564A6-17E4-63CF-F22E-C982FA9E08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93261" y="7178056"/>
            <a:ext cx="3457577" cy="539917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58A6AB0-F48E-FF05-A95F-B1AAC3ED1B3C}"/>
              </a:ext>
            </a:extLst>
          </p:cNvPr>
          <p:cNvSpPr/>
          <p:nvPr userDrawn="1"/>
        </p:nvSpPr>
        <p:spPr>
          <a:xfrm>
            <a:off x="14163674" y="3605130"/>
            <a:ext cx="1084458" cy="11666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407AD496-47DC-C2CD-C475-B49607A6378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4351765" y="3792914"/>
            <a:ext cx="2643738" cy="2699585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7E5ED195-C091-5EBE-F538-006D11703E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949362" y="7768332"/>
            <a:ext cx="3457577" cy="539917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A1269684-0989-083B-FBD2-1201639C10D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949362" y="7178056"/>
            <a:ext cx="3457577" cy="539917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285072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876165"/>
            <a:ext cx="16525875" cy="16642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C58487-FAF6-6FA2-6EE6-AF55ED7E11BD}"/>
              </a:ext>
            </a:extLst>
          </p:cNvPr>
          <p:cNvSpPr/>
          <p:nvPr userDrawn="1"/>
        </p:nvSpPr>
        <p:spPr>
          <a:xfrm>
            <a:off x="1123510" y="2802809"/>
            <a:ext cx="1793955" cy="19298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A60A65A1-5F85-B33B-EA28-74D5F976D7D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311601" y="2990593"/>
            <a:ext cx="4373381" cy="4465765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9739D3D-43C6-568B-C822-71725DFDDE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81362" y="8525452"/>
            <a:ext cx="4403619" cy="539917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FDDC7E6-D45A-8771-B382-2AB8909D9F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81362" y="7935176"/>
            <a:ext cx="4403619" cy="539917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A6A98A-D7E8-DACA-9006-CD8053271585}"/>
              </a:ext>
            </a:extLst>
          </p:cNvPr>
          <p:cNvSpPr/>
          <p:nvPr userDrawn="1"/>
        </p:nvSpPr>
        <p:spPr>
          <a:xfrm>
            <a:off x="6788144" y="2898042"/>
            <a:ext cx="751674" cy="8086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675AB211-7576-E1FA-EA29-B79982587E1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880985" y="2990593"/>
            <a:ext cx="1744323" cy="1781170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446CBDD2-D76B-E541-1010-51F52DEBB0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72020" y="5513652"/>
            <a:ext cx="2762253" cy="42152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BD2D176A-8984-014A-3DD7-95E73E098D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72020" y="5041765"/>
            <a:ext cx="2762253" cy="42152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679058-E7B1-B3DD-691C-C008405CE5B4}"/>
              </a:ext>
            </a:extLst>
          </p:cNvPr>
          <p:cNvSpPr/>
          <p:nvPr userDrawn="1"/>
        </p:nvSpPr>
        <p:spPr>
          <a:xfrm>
            <a:off x="10924476" y="2898042"/>
            <a:ext cx="751674" cy="8086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26EF51-EDAB-E638-FEC6-824EAE64EF7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017317" y="2990593"/>
            <a:ext cx="1744323" cy="1781170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1278AB3-3C45-804B-EE70-B588356BDF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08352" y="5513652"/>
            <a:ext cx="2762253" cy="42152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74F294B-6C7E-502C-3F99-C01599FB71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508352" y="5041765"/>
            <a:ext cx="2762253" cy="42152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128BE9-8A9E-D15B-9B42-B8E210E6CE76}"/>
              </a:ext>
            </a:extLst>
          </p:cNvPr>
          <p:cNvSpPr/>
          <p:nvPr userDrawn="1"/>
        </p:nvSpPr>
        <p:spPr>
          <a:xfrm>
            <a:off x="15060809" y="2898042"/>
            <a:ext cx="751674" cy="8086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04F83991-CD9A-E010-5C82-3B411122083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153650" y="2990593"/>
            <a:ext cx="1744323" cy="1781170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7F74D1E-5148-8BFD-ED4F-A495EA56AC3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644685" y="5513652"/>
            <a:ext cx="2762253" cy="42152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6062126-2EA8-B0DD-F10D-80C196FD683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644685" y="5041765"/>
            <a:ext cx="2762253" cy="42152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DC9DED9-EC5E-03DB-FBD0-057D060E5106}"/>
              </a:ext>
            </a:extLst>
          </p:cNvPr>
          <p:cNvSpPr/>
          <p:nvPr userDrawn="1"/>
        </p:nvSpPr>
        <p:spPr>
          <a:xfrm>
            <a:off x="6788144" y="6372111"/>
            <a:ext cx="751674" cy="8086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667C17D1-7667-0328-C812-DE91422F1FD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80985" y="6464661"/>
            <a:ext cx="1744323" cy="1781170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C8BDB176-B841-841B-7423-2350F5D7140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72020" y="8987720"/>
            <a:ext cx="2762253" cy="42152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061F58F2-BC79-ACFD-D4F6-00D60E5B6F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72020" y="8515833"/>
            <a:ext cx="2762253" cy="42152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0883052-7CAB-5D9D-1C4C-7238E4ED9496}"/>
              </a:ext>
            </a:extLst>
          </p:cNvPr>
          <p:cNvSpPr/>
          <p:nvPr userDrawn="1"/>
        </p:nvSpPr>
        <p:spPr>
          <a:xfrm>
            <a:off x="10924476" y="6372111"/>
            <a:ext cx="751674" cy="8086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44" name="Picture Placeholder 3">
            <a:extLst>
              <a:ext uri="{FF2B5EF4-FFF2-40B4-BE49-F238E27FC236}">
                <a16:creationId xmlns:a16="http://schemas.microsoft.com/office/drawing/2014/main" id="{EC26EBCA-EEA2-413A-4452-18CBF9BEEC2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1017317" y="6464661"/>
            <a:ext cx="1744323" cy="1781170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60C31386-3A29-A2FB-7C79-81A8634D061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508352" y="8987720"/>
            <a:ext cx="2762253" cy="42152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83FCFFD3-F8A8-5CA6-DE25-64B1BE9C655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508352" y="8515833"/>
            <a:ext cx="2762253" cy="42152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93CE542-7A51-B3EA-B80A-CA16E2413170}"/>
              </a:ext>
            </a:extLst>
          </p:cNvPr>
          <p:cNvSpPr/>
          <p:nvPr userDrawn="1"/>
        </p:nvSpPr>
        <p:spPr>
          <a:xfrm>
            <a:off x="15060809" y="6372111"/>
            <a:ext cx="751674" cy="8086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48" name="Picture Placeholder 3">
            <a:extLst>
              <a:ext uri="{FF2B5EF4-FFF2-40B4-BE49-F238E27FC236}">
                <a16:creationId xmlns:a16="http://schemas.microsoft.com/office/drawing/2014/main" id="{63D31212-32EC-5B65-CBE3-4A81C02EEF0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5153650" y="6464661"/>
            <a:ext cx="1744323" cy="1781170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2FD1A2E4-7264-0349-3D02-68184EAFE34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644685" y="8987720"/>
            <a:ext cx="2762253" cy="42152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748C6EDC-5A14-4551-5BDA-E2C93B692A8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644685" y="8515833"/>
            <a:ext cx="2762253" cy="42152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2397329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S09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081B130-7219-010B-5B07-B9E1EC45F082}"/>
              </a:ext>
            </a:extLst>
          </p:cNvPr>
          <p:cNvSpPr/>
          <p:nvPr userDrawn="1"/>
        </p:nvSpPr>
        <p:spPr>
          <a:xfrm>
            <a:off x="2" y="2414391"/>
            <a:ext cx="2757491" cy="5456632"/>
          </a:xfrm>
          <a:custGeom>
            <a:avLst/>
            <a:gdLst>
              <a:gd name="connsiteX0" fmla="*/ 19169 w 1838327"/>
              <a:gd name="connsiteY0" fmla="*/ 0 h 3638316"/>
              <a:gd name="connsiteX1" fmla="*/ 1838327 w 1838327"/>
              <a:gd name="connsiteY1" fmla="*/ 1819158 h 3638316"/>
              <a:gd name="connsiteX2" fmla="*/ 19169 w 1838327"/>
              <a:gd name="connsiteY2" fmla="*/ 3638316 h 3638316"/>
              <a:gd name="connsiteX3" fmla="*/ 0 w 1838327"/>
              <a:gd name="connsiteY3" fmla="*/ 3637348 h 3638316"/>
              <a:gd name="connsiteX4" fmla="*/ 0 w 1838327"/>
              <a:gd name="connsiteY4" fmla="*/ 968 h 3638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38327" h="3638316">
                <a:moveTo>
                  <a:pt x="19169" y="0"/>
                </a:moveTo>
                <a:cubicBezTo>
                  <a:pt x="1023862" y="0"/>
                  <a:pt x="1838327" y="814465"/>
                  <a:pt x="1838327" y="1819158"/>
                </a:cubicBezTo>
                <a:cubicBezTo>
                  <a:pt x="1838327" y="2823851"/>
                  <a:pt x="1023862" y="3638316"/>
                  <a:pt x="19169" y="3638316"/>
                </a:cubicBezTo>
                <a:lnTo>
                  <a:pt x="0" y="3637348"/>
                </a:lnTo>
                <a:lnTo>
                  <a:pt x="0" y="96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270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C39DA1E-F723-DB9C-40C0-3D66E8CAF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2" y="3496076"/>
            <a:ext cx="6543678" cy="329326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09DB63E-6988-D8A2-A1B7-3DC3799992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8760" y="3376084"/>
            <a:ext cx="8262939" cy="486635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F6DB69C-2A23-159B-EB97-B2DFB9BF387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48760" y="2185651"/>
            <a:ext cx="8262939" cy="1140075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866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7902A1F-5F9E-F540-736E-4F5B6DB67E34}"/>
              </a:ext>
            </a:extLst>
          </p:cNvPr>
          <p:cNvSpPr/>
          <p:nvPr userDrawn="1"/>
        </p:nvSpPr>
        <p:spPr>
          <a:xfrm>
            <a:off x="10920819" y="704741"/>
            <a:ext cx="2509431" cy="26995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E6B5542-BB91-41A9-8B31-C8DE957623BD}"/>
              </a:ext>
            </a:extLst>
          </p:cNvPr>
          <p:cNvSpPr/>
          <p:nvPr userDrawn="1"/>
        </p:nvSpPr>
        <p:spPr>
          <a:xfrm>
            <a:off x="0" y="0"/>
            <a:ext cx="3401571" cy="3401043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01B5D6-A0BF-4F7A-8C00-4C190893142B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81062" y="876166"/>
            <a:ext cx="9215438" cy="400597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6599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CF3D022-456B-AB70-7F0A-62D09A116C9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108910" y="892527"/>
            <a:ext cx="6298029" cy="8516722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2C4CDD4-5CB3-EC9C-93D2-60B6515FB1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81061" y="6271566"/>
            <a:ext cx="8262939" cy="313768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96DF618-B764-8C81-0118-BACA0E6B0CE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1061" y="5681290"/>
            <a:ext cx="8262939" cy="539917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8423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F31A4D2-E7FE-4037-BB0F-7F3541D21692}"/>
              </a:ext>
            </a:extLst>
          </p:cNvPr>
          <p:cNvSpPr/>
          <p:nvPr userDrawn="1"/>
        </p:nvSpPr>
        <p:spPr>
          <a:xfrm>
            <a:off x="0" y="0"/>
            <a:ext cx="8515350" cy="10285413"/>
          </a:xfrm>
          <a:custGeom>
            <a:avLst/>
            <a:gdLst>
              <a:gd name="connsiteX0" fmla="*/ 0 w 5676900"/>
              <a:gd name="connsiteY0" fmla="*/ 0 h 6858000"/>
              <a:gd name="connsiteX1" fmla="*/ 3870984 w 5676900"/>
              <a:gd name="connsiteY1" fmla="*/ 0 h 6858000"/>
              <a:gd name="connsiteX2" fmla="*/ 4006278 w 5676900"/>
              <a:gd name="connsiteY2" fmla="*/ 96210 h 6858000"/>
              <a:gd name="connsiteX3" fmla="*/ 5676900 w 5676900"/>
              <a:gd name="connsiteY3" fmla="*/ 3429000 h 6858000"/>
              <a:gd name="connsiteX4" fmla="*/ 4006278 w 5676900"/>
              <a:gd name="connsiteY4" fmla="*/ 6761790 h 6858000"/>
              <a:gd name="connsiteX5" fmla="*/ 3870983 w 5676900"/>
              <a:gd name="connsiteY5" fmla="*/ 6858000 h 6858000"/>
              <a:gd name="connsiteX6" fmla="*/ 0 w 567690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76900" h="6858000">
                <a:moveTo>
                  <a:pt x="0" y="0"/>
                </a:moveTo>
                <a:lnTo>
                  <a:pt x="3870984" y="0"/>
                </a:lnTo>
                <a:lnTo>
                  <a:pt x="4006278" y="96210"/>
                </a:lnTo>
                <a:cubicBezTo>
                  <a:pt x="5020449" y="854662"/>
                  <a:pt x="5676900" y="2065170"/>
                  <a:pt x="5676900" y="3429000"/>
                </a:cubicBezTo>
                <a:cubicBezTo>
                  <a:pt x="5676900" y="4792830"/>
                  <a:pt x="5020449" y="6003338"/>
                  <a:pt x="4006278" y="6761790"/>
                </a:cubicBezTo>
                <a:lnTo>
                  <a:pt x="3870983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53DE57-F9AC-4BE9-85B5-FE07DAEAA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2159663"/>
            <a:ext cx="5954078" cy="596608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E788A7F-D472-23EE-5635-C37BC55DC2C0}"/>
              </a:ext>
            </a:extLst>
          </p:cNvPr>
          <p:cNvCxnSpPr>
            <a:cxnSpLocks/>
          </p:cNvCxnSpPr>
          <p:nvPr userDrawn="1"/>
        </p:nvCxnSpPr>
        <p:spPr>
          <a:xfrm flipH="1">
            <a:off x="17406938" y="5142707"/>
            <a:ext cx="881063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3DEE493-90BB-02BD-0CB7-B66627CD5D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3999" y="4256592"/>
            <a:ext cx="8262939" cy="268721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C281B2A-29F6-C464-36B0-303B26A77A9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43999" y="3666316"/>
            <a:ext cx="8262939" cy="539917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0104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45FF2-E894-090A-2126-BD0A3AB17A9C}"/>
              </a:ext>
            </a:extLst>
          </p:cNvPr>
          <p:cNvSpPr/>
          <p:nvPr userDrawn="1"/>
        </p:nvSpPr>
        <p:spPr>
          <a:xfrm>
            <a:off x="9144000" y="6979623"/>
            <a:ext cx="2430000" cy="2429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8248D7-F70B-9F8E-EEB6-9CBB9125483A}"/>
              </a:ext>
            </a:extLst>
          </p:cNvPr>
          <p:cNvSpPr/>
          <p:nvPr userDrawn="1"/>
        </p:nvSpPr>
        <p:spPr>
          <a:xfrm>
            <a:off x="15858000" y="876165"/>
            <a:ext cx="2430000" cy="2429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FAA4F31-FF90-45D7-B2DE-4071CF3B0D54}"/>
              </a:ext>
            </a:extLst>
          </p:cNvPr>
          <p:cNvSpPr/>
          <p:nvPr userDrawn="1"/>
        </p:nvSpPr>
        <p:spPr>
          <a:xfrm>
            <a:off x="0" y="0"/>
            <a:ext cx="3401571" cy="3401043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1349960"/>
            <a:ext cx="7586667" cy="27217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562162F-D0C3-47F5-A87A-C7A3A8F0B01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332090" y="1064226"/>
            <a:ext cx="8767818" cy="8156962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443E52A-90EC-80C5-88BF-10459DA404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81062" y="5383848"/>
            <a:ext cx="7586666" cy="402540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79046D40-397F-56DE-33B8-0A18D57203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1062" y="4793572"/>
            <a:ext cx="7586666" cy="539917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1254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7EA15B4-D2EA-01A6-7B57-69B52E7EB0A2}"/>
              </a:ext>
            </a:extLst>
          </p:cNvPr>
          <p:cNvSpPr/>
          <p:nvPr userDrawn="1"/>
        </p:nvSpPr>
        <p:spPr>
          <a:xfrm>
            <a:off x="881063" y="7249581"/>
            <a:ext cx="2160000" cy="21596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4D1D2B-1803-7A82-2F23-2D10AA7F8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876166"/>
            <a:ext cx="10373499" cy="333799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4C5CF9-10AA-8747-7064-6A925F453B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69156" y="4642721"/>
            <a:ext cx="10185407" cy="4578467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76711-60BF-29B4-4B96-D649768705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168188" y="1466440"/>
            <a:ext cx="5238749" cy="794280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777D93DB-2526-054C-8A3C-46AF86D40C1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168187" y="876165"/>
            <a:ext cx="5238749" cy="539917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1271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1230AE0-6C7F-4620-8410-EFE6D1DFE7CE}"/>
              </a:ext>
            </a:extLst>
          </p:cNvPr>
          <p:cNvSpPr/>
          <p:nvPr userDrawn="1"/>
        </p:nvSpPr>
        <p:spPr>
          <a:xfrm rot="10800000">
            <a:off x="8824903" y="823784"/>
            <a:ext cx="9463097" cy="9461628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0FE9F7-C154-4314-AE66-194623BD3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2" y="876165"/>
            <a:ext cx="7829640" cy="426654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AB2C1EC-C05C-EA4B-8CF7-DAE9FE34533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0214" y="6232978"/>
            <a:ext cx="7810490" cy="317627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71481739-9446-ED24-B786-6841C785F46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0214" y="5642702"/>
            <a:ext cx="7810490" cy="539917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32986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65C8F59-6373-4247-B614-4603147C6025}"/>
              </a:ext>
            </a:extLst>
          </p:cNvPr>
          <p:cNvSpPr/>
          <p:nvPr userDrawn="1"/>
        </p:nvSpPr>
        <p:spPr>
          <a:xfrm rot="16200000">
            <a:off x="263" y="6884106"/>
            <a:ext cx="3401046" cy="3401568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180D2B3-2055-4849-A37F-15C3430316B3}"/>
              </a:ext>
            </a:extLst>
          </p:cNvPr>
          <p:cNvSpPr/>
          <p:nvPr userDrawn="1"/>
        </p:nvSpPr>
        <p:spPr>
          <a:xfrm rot="5400000">
            <a:off x="14886693" y="-261"/>
            <a:ext cx="3401046" cy="3401568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9009176-C327-5E62-20C7-BD346F4580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81063" y="6271566"/>
            <a:ext cx="7452000" cy="268721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F36DB10-1217-D9FB-5CEE-38EE84C8868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1063" y="5681290"/>
            <a:ext cx="7452000" cy="539917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A90C07-A319-0553-16DF-2A4B3E3B7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2" y="876165"/>
            <a:ext cx="8262938" cy="4257579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1577631-ED01-247A-6047-C96131CB722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53998" y="1636275"/>
            <a:ext cx="7452941" cy="268721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410FC1C-7F2B-89C0-4139-0DFA8485659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53999" y="1045998"/>
            <a:ext cx="7452941" cy="539917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845FF2-E894-090A-2126-BD0A3AB17A9C}"/>
              </a:ext>
            </a:extLst>
          </p:cNvPr>
          <p:cNvSpPr/>
          <p:nvPr userDrawn="1"/>
        </p:nvSpPr>
        <p:spPr>
          <a:xfrm>
            <a:off x="13613129" y="7599777"/>
            <a:ext cx="4674872" cy="26856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473C1666-DC2E-4F60-98A5-80CDC7B1FFB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43999" y="5142706"/>
            <a:ext cx="8955912" cy="4954645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8749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65C8F59-6373-4247-B614-4603147C6025}"/>
              </a:ext>
            </a:extLst>
          </p:cNvPr>
          <p:cNvSpPr/>
          <p:nvPr userDrawn="1"/>
        </p:nvSpPr>
        <p:spPr>
          <a:xfrm rot="5400000" flipV="1">
            <a:off x="263" y="-261"/>
            <a:ext cx="3401046" cy="3401568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180D2B3-2055-4849-A37F-15C3430316B3}"/>
              </a:ext>
            </a:extLst>
          </p:cNvPr>
          <p:cNvSpPr/>
          <p:nvPr userDrawn="1"/>
        </p:nvSpPr>
        <p:spPr>
          <a:xfrm rot="5400000">
            <a:off x="14886693" y="-261"/>
            <a:ext cx="3401046" cy="3401568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9009176-C327-5E62-20C7-BD346F4580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81063" y="4452771"/>
            <a:ext cx="7452000" cy="495647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F36DB10-1217-D9FB-5CEE-38EE84C8868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1063" y="3303088"/>
            <a:ext cx="7452000" cy="1099324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A90C07-A319-0553-16DF-2A4B3E3B7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2" y="876165"/>
            <a:ext cx="16525877" cy="1375198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BE209E-CA0D-09AE-31F5-8BB6D161AF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54939" y="4452771"/>
            <a:ext cx="7452000" cy="495647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A30C380-E370-83F0-A2F2-64478F4D08C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54939" y="3303088"/>
            <a:ext cx="7452000" cy="1099324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6163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A2527E0-94AA-C957-2E7B-4576A8C6BD96}"/>
              </a:ext>
            </a:extLst>
          </p:cNvPr>
          <p:cNvSpPr/>
          <p:nvPr userDrawn="1"/>
        </p:nvSpPr>
        <p:spPr>
          <a:xfrm rot="16200000" flipH="1">
            <a:off x="341" y="-2381"/>
            <a:ext cx="4418918" cy="4419600"/>
          </a:xfrm>
          <a:custGeom>
            <a:avLst/>
            <a:gdLst>
              <a:gd name="connsiteX0" fmla="*/ 0 w 2946400"/>
              <a:gd name="connsiteY0" fmla="*/ 0 h 2946400"/>
              <a:gd name="connsiteX1" fmla="*/ 2881601 w 2946400"/>
              <a:gd name="connsiteY1" fmla="*/ 0 h 2946400"/>
              <a:gd name="connsiteX2" fmla="*/ 2897635 w 2946400"/>
              <a:gd name="connsiteY2" fmla="*/ 62356 h 2946400"/>
              <a:gd name="connsiteX3" fmla="*/ 2946400 w 2946400"/>
              <a:gd name="connsiteY3" fmla="*/ 546100 h 2946400"/>
              <a:gd name="connsiteX4" fmla="*/ 546100 w 2946400"/>
              <a:gd name="connsiteY4" fmla="*/ 2946400 h 2946400"/>
              <a:gd name="connsiteX5" fmla="*/ 62356 w 2946400"/>
              <a:gd name="connsiteY5" fmla="*/ 2897635 h 2946400"/>
              <a:gd name="connsiteX6" fmla="*/ 0 w 2946400"/>
              <a:gd name="connsiteY6" fmla="*/ 2881601 h 29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46400" h="2946400">
                <a:moveTo>
                  <a:pt x="0" y="0"/>
                </a:moveTo>
                <a:lnTo>
                  <a:pt x="2881601" y="0"/>
                </a:lnTo>
                <a:lnTo>
                  <a:pt x="2897635" y="62356"/>
                </a:lnTo>
                <a:cubicBezTo>
                  <a:pt x="2929609" y="218610"/>
                  <a:pt x="2946400" y="380394"/>
                  <a:pt x="2946400" y="546100"/>
                </a:cubicBezTo>
                <a:cubicBezTo>
                  <a:pt x="2946400" y="1871749"/>
                  <a:pt x="1871749" y="2946400"/>
                  <a:pt x="546100" y="2946400"/>
                </a:cubicBezTo>
                <a:cubicBezTo>
                  <a:pt x="380394" y="2946400"/>
                  <a:pt x="218610" y="2929609"/>
                  <a:pt x="62356" y="2897635"/>
                </a:cubicBezTo>
                <a:lnTo>
                  <a:pt x="0" y="28816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9" name="Freeform: Shape 7">
            <a:extLst>
              <a:ext uri="{FF2B5EF4-FFF2-40B4-BE49-F238E27FC236}">
                <a16:creationId xmlns:a16="http://schemas.microsoft.com/office/drawing/2014/main" id="{AC37003A-ECD2-9271-8AB2-E1B377082716}"/>
              </a:ext>
            </a:extLst>
          </p:cNvPr>
          <p:cNvSpPr/>
          <p:nvPr userDrawn="1"/>
        </p:nvSpPr>
        <p:spPr>
          <a:xfrm>
            <a:off x="6119813" y="4416878"/>
            <a:ext cx="6048375" cy="5868535"/>
          </a:xfrm>
          <a:custGeom>
            <a:avLst/>
            <a:gdLst>
              <a:gd name="connsiteX0" fmla="*/ 198123 w 3893924"/>
              <a:gd name="connsiteY0" fmla="*/ 0 h 4046537"/>
              <a:gd name="connsiteX1" fmla="*/ 3695801 w 3893924"/>
              <a:gd name="connsiteY1" fmla="*/ 0 h 4046537"/>
              <a:gd name="connsiteX2" fmla="*/ 3893924 w 3893924"/>
              <a:gd name="connsiteY2" fmla="*/ 198123 h 4046537"/>
              <a:gd name="connsiteX3" fmla="*/ 3893924 w 3893924"/>
              <a:gd name="connsiteY3" fmla="*/ 4046537 h 4046537"/>
              <a:gd name="connsiteX4" fmla="*/ 0 w 3893924"/>
              <a:gd name="connsiteY4" fmla="*/ 4046537 h 4046537"/>
              <a:gd name="connsiteX5" fmla="*/ 0 w 3893924"/>
              <a:gd name="connsiteY5" fmla="*/ 198123 h 4046537"/>
              <a:gd name="connsiteX6" fmla="*/ 198123 w 3893924"/>
              <a:gd name="connsiteY6" fmla="*/ 0 h 4046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93924" h="4046537">
                <a:moveTo>
                  <a:pt x="198123" y="0"/>
                </a:moveTo>
                <a:lnTo>
                  <a:pt x="3695801" y="0"/>
                </a:lnTo>
                <a:cubicBezTo>
                  <a:pt x="3805221" y="0"/>
                  <a:pt x="3893924" y="88703"/>
                  <a:pt x="3893924" y="198123"/>
                </a:cubicBezTo>
                <a:lnTo>
                  <a:pt x="3893924" y="4046537"/>
                </a:lnTo>
                <a:lnTo>
                  <a:pt x="0" y="4046537"/>
                </a:lnTo>
                <a:lnTo>
                  <a:pt x="0" y="198123"/>
                </a:lnTo>
                <a:cubicBezTo>
                  <a:pt x="0" y="88703"/>
                  <a:pt x="88703" y="0"/>
                  <a:pt x="19812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4C63C5-B093-423F-EDE7-E256A8B7AD32}"/>
              </a:ext>
            </a:extLst>
          </p:cNvPr>
          <p:cNvCxnSpPr>
            <a:cxnSpLocks/>
          </p:cNvCxnSpPr>
          <p:nvPr userDrawn="1"/>
        </p:nvCxnSpPr>
        <p:spPr>
          <a:xfrm>
            <a:off x="9144000" y="0"/>
            <a:ext cx="0" cy="87616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13565E-CF99-419F-AEC7-A62AF2E65B11}"/>
              </a:ext>
            </a:extLst>
          </p:cNvPr>
          <p:cNvSpPr/>
          <p:nvPr userDrawn="1"/>
        </p:nvSpPr>
        <p:spPr>
          <a:xfrm rot="5400000">
            <a:off x="13868741" y="-2381"/>
            <a:ext cx="4418918" cy="4419600"/>
          </a:xfrm>
          <a:custGeom>
            <a:avLst/>
            <a:gdLst>
              <a:gd name="connsiteX0" fmla="*/ 0 w 2946400"/>
              <a:gd name="connsiteY0" fmla="*/ 0 h 2946400"/>
              <a:gd name="connsiteX1" fmla="*/ 2881601 w 2946400"/>
              <a:gd name="connsiteY1" fmla="*/ 0 h 2946400"/>
              <a:gd name="connsiteX2" fmla="*/ 2897635 w 2946400"/>
              <a:gd name="connsiteY2" fmla="*/ 62356 h 2946400"/>
              <a:gd name="connsiteX3" fmla="*/ 2946400 w 2946400"/>
              <a:gd name="connsiteY3" fmla="*/ 546100 h 2946400"/>
              <a:gd name="connsiteX4" fmla="*/ 546100 w 2946400"/>
              <a:gd name="connsiteY4" fmla="*/ 2946400 h 2946400"/>
              <a:gd name="connsiteX5" fmla="*/ 62356 w 2946400"/>
              <a:gd name="connsiteY5" fmla="*/ 2897635 h 2946400"/>
              <a:gd name="connsiteX6" fmla="*/ 0 w 2946400"/>
              <a:gd name="connsiteY6" fmla="*/ 2881601 h 29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46400" h="2946400">
                <a:moveTo>
                  <a:pt x="0" y="0"/>
                </a:moveTo>
                <a:lnTo>
                  <a:pt x="2881601" y="0"/>
                </a:lnTo>
                <a:lnTo>
                  <a:pt x="2897635" y="62356"/>
                </a:lnTo>
                <a:cubicBezTo>
                  <a:pt x="2929609" y="218610"/>
                  <a:pt x="2946400" y="380394"/>
                  <a:pt x="2946400" y="546100"/>
                </a:cubicBezTo>
                <a:cubicBezTo>
                  <a:pt x="2946400" y="1871749"/>
                  <a:pt x="1871749" y="2946400"/>
                  <a:pt x="546100" y="2946400"/>
                </a:cubicBezTo>
                <a:cubicBezTo>
                  <a:pt x="380394" y="2946400"/>
                  <a:pt x="218610" y="2929609"/>
                  <a:pt x="62356" y="2897635"/>
                </a:cubicBezTo>
                <a:lnTo>
                  <a:pt x="0" y="28816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5048C8-BEDD-47F9-820F-7FAF2CE3E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6" y="876165"/>
            <a:ext cx="16525869" cy="2650346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3D80DCF-CAC4-B510-50AD-54ADC9D71B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81063" y="5439307"/>
            <a:ext cx="4773600" cy="396994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C731E03B-66F2-08AA-04BD-84B57915BAB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81064" y="4849031"/>
            <a:ext cx="4773600" cy="539917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E032C3F-0A3B-AAC7-3588-458B3449AB8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639852" y="5439307"/>
            <a:ext cx="4773600" cy="396994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00DB280F-8549-B946-7450-371D6645965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639854" y="4849031"/>
            <a:ext cx="4773600" cy="539917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869377D-21D8-79DE-3928-53FCA3989A4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57872" y="5439307"/>
            <a:ext cx="4773600" cy="3969941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A65C9EBC-BA39-D9E2-6EE3-8FCDBA3923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60458" y="4849031"/>
            <a:ext cx="4773600" cy="539917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553435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2ED0F9B-1932-6896-466C-D64BA828EC15}"/>
              </a:ext>
            </a:extLst>
          </p:cNvPr>
          <p:cNvSpPr/>
          <p:nvPr userDrawn="1"/>
        </p:nvSpPr>
        <p:spPr>
          <a:xfrm>
            <a:off x="9144002" y="5142706"/>
            <a:ext cx="9144000" cy="5142707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C0BAD-62F8-8DBF-08BD-F3D4D2314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876166"/>
            <a:ext cx="7834313" cy="3766547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5453C8F-F0F1-1099-79AA-AF1ACBB99C77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142707"/>
            <a:ext cx="933007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122764C-29F8-352B-1FEF-C94B5FF717FB}"/>
              </a:ext>
            </a:extLst>
          </p:cNvPr>
          <p:cNvCxnSpPr>
            <a:cxnSpLocks/>
          </p:cNvCxnSpPr>
          <p:nvPr userDrawn="1"/>
        </p:nvCxnSpPr>
        <p:spPr>
          <a:xfrm flipV="1">
            <a:off x="9144002" y="0"/>
            <a:ext cx="0" cy="514270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1DA4D24-A82B-1EC3-5880-D95826B5ABB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91776" y="1466440"/>
            <a:ext cx="7815155" cy="317627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C0CBB3E-1B00-966A-5016-421CD316FD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91776" y="876165"/>
            <a:ext cx="7815155" cy="539917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74804A8-CECC-36EF-9245-B4C9B09C3D2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0214" y="6232978"/>
            <a:ext cx="7810490" cy="317627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A40AA69-F8B7-00B4-3A15-AF9512DFEF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0214" y="5642702"/>
            <a:ext cx="7810490" cy="539917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F6C9534-0126-D1C4-DE6F-D695D5BE1C9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91776" y="6232978"/>
            <a:ext cx="7815155" cy="317627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46BCF7E-1FFF-1586-0E11-756A0AEA2FB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591776" y="5642702"/>
            <a:ext cx="7815155" cy="53991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4418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9842E2F-4C64-0E74-4D16-99C3A8A51175}"/>
              </a:ext>
            </a:extLst>
          </p:cNvPr>
          <p:cNvSpPr/>
          <p:nvPr userDrawn="1"/>
        </p:nvSpPr>
        <p:spPr>
          <a:xfrm>
            <a:off x="0" y="2540400"/>
            <a:ext cx="9144000" cy="3434424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 dirty="0">
              <a:solidFill>
                <a:schemeClr val="tx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5E79941-DE5E-C49A-2E3F-8786F2E2C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876165"/>
            <a:ext cx="16525875" cy="16642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67631E-11F6-C168-7F46-9A8BA7C52082}"/>
              </a:ext>
            </a:extLst>
          </p:cNvPr>
          <p:cNvSpPr/>
          <p:nvPr userDrawn="1"/>
        </p:nvSpPr>
        <p:spPr>
          <a:xfrm>
            <a:off x="9144002" y="5974824"/>
            <a:ext cx="9144000" cy="3434424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 dirty="0">
              <a:solidFill>
                <a:schemeClr val="tx1"/>
              </a:solidFill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35CB980-CB8E-681A-AE69-8E319B4D818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0214" y="6789503"/>
            <a:ext cx="7810490" cy="239534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72F95759-011C-7FF5-0929-4FF7AAE1A22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0214" y="6199227"/>
            <a:ext cx="7810490" cy="539917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1640860-2340-E5BF-C39E-7045920AC1C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91776" y="6789503"/>
            <a:ext cx="7815155" cy="239534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EA79C68-E711-A6D9-5D20-F4838EB6936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591776" y="6199227"/>
            <a:ext cx="7815155" cy="53991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3644F04-6245-0ADC-5269-B6052F3DD17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0214" y="3355079"/>
            <a:ext cx="7810490" cy="239534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4A59112C-5BAC-8919-157A-2EADF25AA22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00214" y="2764804"/>
            <a:ext cx="7810490" cy="539917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151F00F-6557-7362-3EFE-F9A5EDF4737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591776" y="3355079"/>
            <a:ext cx="7815155" cy="239534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CEC0AC7C-12B1-4024-23F6-11AF30A1644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591776" y="2764804"/>
            <a:ext cx="7815155" cy="53991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55960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5E79941-DE5E-C49A-2E3F-8786F2E2C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876165"/>
            <a:ext cx="16525875" cy="16642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35CB980-CB8E-681A-AE69-8E319B4D818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0213" y="3319603"/>
            <a:ext cx="9946857" cy="91313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72F95759-011C-7FF5-0929-4FF7AAE1A22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0213" y="2861344"/>
            <a:ext cx="9946857" cy="407901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B17C2BD-9128-32B9-CB07-6B2848DD1F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00213" y="5045108"/>
            <a:ext cx="9946857" cy="91313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F1706E30-D436-DD4A-80FD-B94973FC80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0213" y="4586849"/>
            <a:ext cx="9946857" cy="407901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7F21597-7AC5-B7B1-B8D2-532EE71E2E1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0213" y="6770613"/>
            <a:ext cx="9946857" cy="91313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D0BD769-6575-AD2B-5936-CED024A7619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00213" y="6312354"/>
            <a:ext cx="9946857" cy="407901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749BE6C-588A-B977-D0B8-AC0C965EC49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00213" y="8496119"/>
            <a:ext cx="9946857" cy="91313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7DE88FF-4AA1-6ECC-6D3E-D72B54DB26E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00213" y="8037860"/>
            <a:ext cx="9946857" cy="407901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032810-8D3F-26FC-0767-4A3B01D13744}"/>
              </a:ext>
            </a:extLst>
          </p:cNvPr>
          <p:cNvSpPr/>
          <p:nvPr userDrawn="1"/>
        </p:nvSpPr>
        <p:spPr>
          <a:xfrm>
            <a:off x="15247145" y="7909780"/>
            <a:ext cx="2376000" cy="23756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EF1355C9-7728-308B-8903-0247E2434F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68188" y="2861345"/>
            <a:ext cx="5238750" cy="7236007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19079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Contents C40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A2527E0-94AA-C957-2E7B-4576A8C6BD96}"/>
              </a:ext>
            </a:extLst>
          </p:cNvPr>
          <p:cNvSpPr/>
          <p:nvPr userDrawn="1"/>
        </p:nvSpPr>
        <p:spPr>
          <a:xfrm rot="16200000" flipH="1">
            <a:off x="341" y="-2381"/>
            <a:ext cx="4418918" cy="4419600"/>
          </a:xfrm>
          <a:custGeom>
            <a:avLst/>
            <a:gdLst>
              <a:gd name="connsiteX0" fmla="*/ 0 w 2946400"/>
              <a:gd name="connsiteY0" fmla="*/ 0 h 2946400"/>
              <a:gd name="connsiteX1" fmla="*/ 2881601 w 2946400"/>
              <a:gd name="connsiteY1" fmla="*/ 0 h 2946400"/>
              <a:gd name="connsiteX2" fmla="*/ 2897635 w 2946400"/>
              <a:gd name="connsiteY2" fmla="*/ 62356 h 2946400"/>
              <a:gd name="connsiteX3" fmla="*/ 2946400 w 2946400"/>
              <a:gd name="connsiteY3" fmla="*/ 546100 h 2946400"/>
              <a:gd name="connsiteX4" fmla="*/ 546100 w 2946400"/>
              <a:gd name="connsiteY4" fmla="*/ 2946400 h 2946400"/>
              <a:gd name="connsiteX5" fmla="*/ 62356 w 2946400"/>
              <a:gd name="connsiteY5" fmla="*/ 2897635 h 2946400"/>
              <a:gd name="connsiteX6" fmla="*/ 0 w 2946400"/>
              <a:gd name="connsiteY6" fmla="*/ 2881601 h 29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46400" h="2946400">
                <a:moveTo>
                  <a:pt x="0" y="0"/>
                </a:moveTo>
                <a:lnTo>
                  <a:pt x="2881601" y="0"/>
                </a:lnTo>
                <a:lnTo>
                  <a:pt x="2897635" y="62356"/>
                </a:lnTo>
                <a:cubicBezTo>
                  <a:pt x="2929609" y="218610"/>
                  <a:pt x="2946400" y="380394"/>
                  <a:pt x="2946400" y="546100"/>
                </a:cubicBezTo>
                <a:cubicBezTo>
                  <a:pt x="2946400" y="1871749"/>
                  <a:pt x="1871749" y="2946400"/>
                  <a:pt x="546100" y="2946400"/>
                </a:cubicBezTo>
                <a:cubicBezTo>
                  <a:pt x="380394" y="2946400"/>
                  <a:pt x="218610" y="2929609"/>
                  <a:pt x="62356" y="2897635"/>
                </a:cubicBezTo>
                <a:lnTo>
                  <a:pt x="0" y="28816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ID" sz="270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4C63C5-B093-423F-EDE7-E256A8B7AD32}"/>
              </a:ext>
            </a:extLst>
          </p:cNvPr>
          <p:cNvCxnSpPr>
            <a:cxnSpLocks/>
          </p:cNvCxnSpPr>
          <p:nvPr userDrawn="1"/>
        </p:nvCxnSpPr>
        <p:spPr>
          <a:xfrm>
            <a:off x="9144000" y="0"/>
            <a:ext cx="0" cy="87616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13565E-CF99-419F-AEC7-A62AF2E65B11}"/>
              </a:ext>
            </a:extLst>
          </p:cNvPr>
          <p:cNvSpPr/>
          <p:nvPr userDrawn="1"/>
        </p:nvSpPr>
        <p:spPr>
          <a:xfrm rot="5400000">
            <a:off x="13868741" y="-2381"/>
            <a:ext cx="4418918" cy="4419600"/>
          </a:xfrm>
          <a:custGeom>
            <a:avLst/>
            <a:gdLst>
              <a:gd name="connsiteX0" fmla="*/ 0 w 2946400"/>
              <a:gd name="connsiteY0" fmla="*/ 0 h 2946400"/>
              <a:gd name="connsiteX1" fmla="*/ 2881601 w 2946400"/>
              <a:gd name="connsiteY1" fmla="*/ 0 h 2946400"/>
              <a:gd name="connsiteX2" fmla="*/ 2897635 w 2946400"/>
              <a:gd name="connsiteY2" fmla="*/ 62356 h 2946400"/>
              <a:gd name="connsiteX3" fmla="*/ 2946400 w 2946400"/>
              <a:gd name="connsiteY3" fmla="*/ 546100 h 2946400"/>
              <a:gd name="connsiteX4" fmla="*/ 546100 w 2946400"/>
              <a:gd name="connsiteY4" fmla="*/ 2946400 h 2946400"/>
              <a:gd name="connsiteX5" fmla="*/ 62356 w 2946400"/>
              <a:gd name="connsiteY5" fmla="*/ 2897635 h 2946400"/>
              <a:gd name="connsiteX6" fmla="*/ 0 w 2946400"/>
              <a:gd name="connsiteY6" fmla="*/ 2881601 h 29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46400" h="2946400">
                <a:moveTo>
                  <a:pt x="0" y="0"/>
                </a:moveTo>
                <a:lnTo>
                  <a:pt x="2881601" y="0"/>
                </a:lnTo>
                <a:lnTo>
                  <a:pt x="2897635" y="62356"/>
                </a:lnTo>
                <a:cubicBezTo>
                  <a:pt x="2929609" y="218610"/>
                  <a:pt x="2946400" y="380394"/>
                  <a:pt x="2946400" y="546100"/>
                </a:cubicBezTo>
                <a:cubicBezTo>
                  <a:pt x="2946400" y="1871749"/>
                  <a:pt x="1871749" y="2946400"/>
                  <a:pt x="546100" y="2946400"/>
                </a:cubicBezTo>
                <a:cubicBezTo>
                  <a:pt x="380394" y="2946400"/>
                  <a:pt x="218610" y="2929609"/>
                  <a:pt x="62356" y="2897635"/>
                </a:cubicBezTo>
                <a:lnTo>
                  <a:pt x="0" y="28816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5048C8-BEDD-47F9-820F-7FAF2CE3E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6" y="876165"/>
            <a:ext cx="16525869" cy="1652333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72417D9-BC42-3B90-31C4-4BDEF67F3FD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81063" y="4416878"/>
            <a:ext cx="16525875" cy="4597143"/>
          </a:xfrm>
          <a:solidFill>
            <a:schemeClr val="accent2"/>
          </a:solidFill>
        </p:spPr>
        <p:txBody>
          <a:bodyPr vert="horz" lIns="91440" tIns="45720" rIns="91440" bIns="45720" rtlCol="0" anchor="t">
            <a:normAutofit/>
          </a:bodyPr>
          <a:lstStyle>
            <a:lvl1pPr>
              <a:defRPr lang="en-GB">
                <a:solidFill>
                  <a:schemeClr val="tx1"/>
                </a:solidFill>
              </a:defRPr>
            </a:lvl1pPr>
          </a:lstStyle>
          <a:p>
            <a:pPr lvl="0" algn="ctr"/>
            <a:endParaRPr lang="en-GB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E00E4767-969E-B7EC-6EB7-D9077ACDC5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1062" y="2662812"/>
            <a:ext cx="16525877" cy="1652331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</a:lstStyle>
          <a:p>
            <a:pPr marL="0" marR="0" lvl="0" indent="0" algn="l" defTabSz="13713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8994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Radial Bars C41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FAA4F31-FF90-45D7-B2DE-4071CF3B0D54}"/>
              </a:ext>
            </a:extLst>
          </p:cNvPr>
          <p:cNvSpPr/>
          <p:nvPr userDrawn="1"/>
        </p:nvSpPr>
        <p:spPr>
          <a:xfrm>
            <a:off x="0" y="0"/>
            <a:ext cx="3401571" cy="3401043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876165"/>
            <a:ext cx="14366082" cy="16642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95DC55D-FE90-0290-DEC1-253948C6DBFA}"/>
              </a:ext>
            </a:extLst>
          </p:cNvPr>
          <p:cNvSpPr/>
          <p:nvPr userDrawn="1"/>
        </p:nvSpPr>
        <p:spPr>
          <a:xfrm>
            <a:off x="7958031" y="3401043"/>
            <a:ext cx="2371938" cy="2371572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70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F5BC1A33-4444-08A7-4E25-7052C1EEAD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958031" y="3401043"/>
            <a:ext cx="2371938" cy="237157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500" dirty="0">
                <a:solidFill>
                  <a:sysClr val="windowText" lastClr="000000"/>
                </a:solidFill>
              </a:defRPr>
            </a:lvl1pPr>
          </a:lstStyle>
          <a:p>
            <a:pPr lvl="0" algn="ctr" defTabSz="1371417"/>
            <a:r>
              <a:rPr lang="en-US" dirty="0"/>
              <a:t> </a:t>
            </a:r>
            <a:endParaRPr lang="en-GB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B64E6BE1-7E83-5142-86F9-75A00030EFE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99630" y="4031404"/>
            <a:ext cx="1888740" cy="11401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199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09E28D40-CD72-8B36-1C50-BD42514ACA4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81063" y="3559844"/>
            <a:ext cx="5238750" cy="584940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4443E52A-90EC-80C5-88BF-10459DA404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3106" y="6642195"/>
            <a:ext cx="4621791" cy="2767054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9046D40-397F-56DE-33B8-0A18D57203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33106" y="6051920"/>
            <a:ext cx="4621791" cy="53991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8BDADA2-A31E-C596-5303-7AF5AC56FB56}"/>
              </a:ext>
            </a:extLst>
          </p:cNvPr>
          <p:cNvSpPr/>
          <p:nvPr userDrawn="1"/>
        </p:nvSpPr>
        <p:spPr>
          <a:xfrm>
            <a:off x="13910072" y="3401043"/>
            <a:ext cx="2371938" cy="2371572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70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9379889-5F46-9825-3E2B-783579B6125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3910072" y="3401043"/>
            <a:ext cx="2371938" cy="237157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500" dirty="0">
                <a:solidFill>
                  <a:sysClr val="windowText" lastClr="000000"/>
                </a:solidFill>
              </a:defRPr>
            </a:lvl1pPr>
          </a:lstStyle>
          <a:p>
            <a:pPr lvl="0" algn="ctr" defTabSz="1371417"/>
            <a:r>
              <a:rPr lang="en-US" dirty="0"/>
              <a:t> </a:t>
            </a:r>
            <a:endParaRPr lang="en-GB" dirty="0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192675E0-A157-1DB1-76B7-E36B844A8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151671" y="4031404"/>
            <a:ext cx="1888740" cy="11401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199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5657699A-4D76-232F-35AA-822257620E4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2785147" y="6642195"/>
            <a:ext cx="4621791" cy="2767054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B898056B-04CF-E373-91A8-977126C674B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2785147" y="6051920"/>
            <a:ext cx="4621791" cy="53991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78830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Radial Bars C42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FAA4F31-FF90-45D7-B2DE-4071CF3B0D54}"/>
              </a:ext>
            </a:extLst>
          </p:cNvPr>
          <p:cNvSpPr/>
          <p:nvPr userDrawn="1"/>
        </p:nvSpPr>
        <p:spPr>
          <a:xfrm>
            <a:off x="0" y="0"/>
            <a:ext cx="3401571" cy="3401043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876165"/>
            <a:ext cx="14366082" cy="16642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95DC55D-FE90-0290-DEC1-253948C6DBFA}"/>
              </a:ext>
            </a:extLst>
          </p:cNvPr>
          <p:cNvSpPr/>
          <p:nvPr userDrawn="1"/>
        </p:nvSpPr>
        <p:spPr>
          <a:xfrm>
            <a:off x="7958031" y="3401043"/>
            <a:ext cx="2371938" cy="2371572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270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F5BC1A33-4444-08A7-4E25-7052C1EEAD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958031" y="3401043"/>
            <a:ext cx="2371938" cy="237157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algn="ctr">
              <a:defRPr lang="en-GB" sz="1500" dirty="0">
                <a:solidFill>
                  <a:sysClr val="windowText" lastClr="000000"/>
                </a:solidFill>
              </a:defRPr>
            </a:lvl1pPr>
          </a:lstStyle>
          <a:p>
            <a:pPr lvl="0" algn="ctr" defTabSz="1371417"/>
            <a:r>
              <a:rPr lang="en-US" dirty="0"/>
              <a:t> </a:t>
            </a:r>
            <a:endParaRPr lang="en-GB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B64E6BE1-7E83-5142-86F9-75A00030EFE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99630" y="4031404"/>
            <a:ext cx="1888740" cy="11401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199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4443E52A-90EC-80C5-88BF-10459DA404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3106" y="6642195"/>
            <a:ext cx="4621791" cy="2767054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9046D40-397F-56DE-33B8-0A18D57203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33106" y="6051920"/>
            <a:ext cx="4621791" cy="53991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8BDADA2-A31E-C596-5303-7AF5AC56FB56}"/>
              </a:ext>
            </a:extLst>
          </p:cNvPr>
          <p:cNvSpPr/>
          <p:nvPr userDrawn="1"/>
        </p:nvSpPr>
        <p:spPr>
          <a:xfrm>
            <a:off x="13910072" y="3401043"/>
            <a:ext cx="2371938" cy="2371572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270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9379889-5F46-9825-3E2B-783579B6125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3910072" y="3401043"/>
            <a:ext cx="2371938" cy="237157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algn="ctr">
              <a:defRPr lang="en-GB" sz="1500" dirty="0">
                <a:solidFill>
                  <a:sysClr val="windowText" lastClr="000000"/>
                </a:solidFill>
              </a:defRPr>
            </a:lvl1pPr>
          </a:lstStyle>
          <a:p>
            <a:pPr lvl="0" algn="ctr" defTabSz="1371417"/>
            <a:r>
              <a:rPr lang="en-US" dirty="0"/>
              <a:t> </a:t>
            </a:r>
            <a:endParaRPr lang="en-GB" dirty="0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192675E0-A157-1DB1-76B7-E36B844A8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151671" y="4031404"/>
            <a:ext cx="1888740" cy="11401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199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5657699A-4D76-232F-35AA-822257620E4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2785147" y="6642195"/>
            <a:ext cx="4621791" cy="2767054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B898056B-04CF-E373-91A8-977126C674B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2785147" y="6051920"/>
            <a:ext cx="4621791" cy="53991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A778C70-B67E-C6E8-E825-6DB759DE14C0}"/>
              </a:ext>
            </a:extLst>
          </p:cNvPr>
          <p:cNvSpPr/>
          <p:nvPr userDrawn="1"/>
        </p:nvSpPr>
        <p:spPr>
          <a:xfrm>
            <a:off x="2005988" y="3401043"/>
            <a:ext cx="2371938" cy="2371572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2700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1FAF180D-8574-DD58-2386-64B458E9BD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005988" y="3401043"/>
            <a:ext cx="2371938" cy="237157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algn="ctr">
              <a:defRPr lang="en-GB" sz="1500" dirty="0">
                <a:solidFill>
                  <a:sysClr val="windowText" lastClr="000000"/>
                </a:solidFill>
              </a:defRPr>
            </a:lvl1pPr>
          </a:lstStyle>
          <a:p>
            <a:pPr lvl="0" algn="ctr" defTabSz="1371417"/>
            <a:r>
              <a:rPr lang="en-US" dirty="0"/>
              <a:t> </a:t>
            </a:r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0252BFD-F22D-9976-9DA1-FF8CA744205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247587" y="4031404"/>
            <a:ext cx="1888740" cy="11401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199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06DC8DE-FD88-EBF9-E0DC-AEFF618B54D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81063" y="6642195"/>
            <a:ext cx="4621791" cy="2767054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7CB07A5-AB94-CAD6-50E4-2849A7C5582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881063" y="6051920"/>
            <a:ext cx="4621791" cy="53991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566867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Radial Bars C43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FAA4F31-FF90-45D7-B2DE-4071CF3B0D54}"/>
              </a:ext>
            </a:extLst>
          </p:cNvPr>
          <p:cNvSpPr/>
          <p:nvPr userDrawn="1"/>
        </p:nvSpPr>
        <p:spPr>
          <a:xfrm>
            <a:off x="0" y="0"/>
            <a:ext cx="3401571" cy="3401043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876165"/>
            <a:ext cx="14366082" cy="16642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A778C70-B67E-C6E8-E825-6DB759DE14C0}"/>
              </a:ext>
            </a:extLst>
          </p:cNvPr>
          <p:cNvSpPr/>
          <p:nvPr userDrawn="1"/>
        </p:nvSpPr>
        <p:spPr>
          <a:xfrm>
            <a:off x="1854887" y="3401043"/>
            <a:ext cx="2371938" cy="2371572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700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1FAF180D-8574-DD58-2386-64B458E9BD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887" y="3401043"/>
            <a:ext cx="2371938" cy="237157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500" dirty="0">
                <a:solidFill>
                  <a:sysClr val="windowText" lastClr="000000"/>
                </a:solidFill>
              </a:defRPr>
            </a:lvl1pPr>
          </a:lstStyle>
          <a:p>
            <a:pPr lvl="0" algn="ctr" defTabSz="1371417"/>
            <a:r>
              <a:rPr lang="en-US" dirty="0"/>
              <a:t> </a:t>
            </a:r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0252BFD-F22D-9976-9DA1-FF8CA744205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096486" y="4031404"/>
            <a:ext cx="1888740" cy="11401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199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06DC8DE-FD88-EBF9-E0DC-AEFF618B54D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476376" y="6935718"/>
            <a:ext cx="3128963" cy="2473531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7CB07A5-AB94-CAD6-50E4-2849A7C5582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476376" y="6051919"/>
            <a:ext cx="3128963" cy="83245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78BAB24-BCD9-0F2E-02D8-37A6DD2B8692}"/>
              </a:ext>
            </a:extLst>
          </p:cNvPr>
          <p:cNvSpPr/>
          <p:nvPr userDrawn="1"/>
        </p:nvSpPr>
        <p:spPr>
          <a:xfrm>
            <a:off x="5924444" y="3401043"/>
            <a:ext cx="2371938" cy="2371572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700"/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06A63DEE-D852-FC1B-5235-4154E0F210A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924444" y="3401043"/>
            <a:ext cx="2371938" cy="237157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500" dirty="0">
                <a:solidFill>
                  <a:sysClr val="windowText" lastClr="000000"/>
                </a:solidFill>
              </a:defRPr>
            </a:lvl1pPr>
          </a:lstStyle>
          <a:p>
            <a:pPr lvl="0" algn="ctr" defTabSz="1371417"/>
            <a:r>
              <a:rPr lang="en-US" dirty="0"/>
              <a:t> </a:t>
            </a:r>
            <a:endParaRPr lang="en-GB" dirty="0"/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C179AEB9-9495-D9A5-CE8D-673DFEA8A34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166043" y="4031404"/>
            <a:ext cx="1888740" cy="11401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199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26054F8-3E46-246B-859C-A1CC6CA7B5D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45933" y="6935718"/>
            <a:ext cx="3128963" cy="2473531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9E6A74E6-A4FF-E48E-7C7F-F16BF4EBB9A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545933" y="6051919"/>
            <a:ext cx="3128963" cy="83245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F3E8C06-FD30-9266-E675-220541FF8BBF}"/>
              </a:ext>
            </a:extLst>
          </p:cNvPr>
          <p:cNvSpPr/>
          <p:nvPr userDrawn="1"/>
        </p:nvSpPr>
        <p:spPr>
          <a:xfrm>
            <a:off x="9994001" y="3401043"/>
            <a:ext cx="2371938" cy="2371572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700"/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A7D42206-BCAF-AC60-8CA3-7628656E3BB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994001" y="3401043"/>
            <a:ext cx="2371938" cy="237157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500" dirty="0">
                <a:solidFill>
                  <a:sysClr val="windowText" lastClr="000000"/>
                </a:solidFill>
              </a:defRPr>
            </a:lvl1pPr>
          </a:lstStyle>
          <a:p>
            <a:pPr lvl="0" algn="ctr" defTabSz="1371417"/>
            <a:r>
              <a:rPr lang="en-US" dirty="0"/>
              <a:t> </a:t>
            </a:r>
            <a:endParaRPr lang="en-GB" dirty="0"/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4AFB2D63-B2E6-B655-C2EF-18BE4612C3F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235600" y="4031404"/>
            <a:ext cx="1888740" cy="11401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199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EC38127D-4578-2AF6-2A6E-D45746A4731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9615490" y="6935718"/>
            <a:ext cx="3128963" cy="2473531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245DF0D5-8F3B-EE5E-6705-ADA4C9032A8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9615490" y="6051919"/>
            <a:ext cx="3128963" cy="83245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7A5C0EF-7B7C-77F3-2AEA-4965195A1272}"/>
              </a:ext>
            </a:extLst>
          </p:cNvPr>
          <p:cNvSpPr/>
          <p:nvPr userDrawn="1"/>
        </p:nvSpPr>
        <p:spPr>
          <a:xfrm>
            <a:off x="14063559" y="3401043"/>
            <a:ext cx="2371938" cy="2371572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700"/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F695F20A-2F4D-D15A-2F3D-1BF05888568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4063559" y="3401043"/>
            <a:ext cx="2371938" cy="237157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500" dirty="0">
                <a:solidFill>
                  <a:sysClr val="windowText" lastClr="000000"/>
                </a:solidFill>
              </a:defRPr>
            </a:lvl1pPr>
          </a:lstStyle>
          <a:p>
            <a:pPr lvl="0" algn="ctr" defTabSz="1371417"/>
            <a:r>
              <a:rPr lang="en-US" dirty="0"/>
              <a:t> </a:t>
            </a:r>
            <a:endParaRPr lang="en-GB" dirty="0"/>
          </a:p>
        </p:txBody>
      </p:sp>
      <p:sp>
        <p:nvSpPr>
          <p:cNvPr id="52" name="Text Placeholder 6">
            <a:extLst>
              <a:ext uri="{FF2B5EF4-FFF2-40B4-BE49-F238E27FC236}">
                <a16:creationId xmlns:a16="http://schemas.microsoft.com/office/drawing/2014/main" id="{87C637B7-53F5-48F0-4238-00D643E998B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4305158" y="4031404"/>
            <a:ext cx="1888740" cy="11401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199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50547154-6265-5D9D-04FC-8426CC8F7A75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13685048" y="6935718"/>
            <a:ext cx="3128963" cy="2473531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DB2FA132-8BF6-ADB1-94EE-8F5F96D7999F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13685048" y="6051919"/>
            <a:ext cx="3128963" cy="83245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76081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 C44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FAA4F31-FF90-45D7-B2DE-4071CF3B0D54}"/>
              </a:ext>
            </a:extLst>
          </p:cNvPr>
          <p:cNvSpPr/>
          <p:nvPr userDrawn="1"/>
        </p:nvSpPr>
        <p:spPr>
          <a:xfrm>
            <a:off x="0" y="0"/>
            <a:ext cx="3401571" cy="3401043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4099BF1E-F740-EFF5-2D78-2C4E63DBD8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881062" y="2761826"/>
            <a:ext cx="7483766" cy="6647424"/>
          </a:xfrm>
        </p:spPr>
        <p:txBody>
          <a:bodyPr/>
          <a:lstStyle>
            <a:lvl1pPr>
              <a:defRPr sz="27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A2780FE-F448-1CAA-F4AB-6322ACBE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876165"/>
            <a:ext cx="16525875" cy="16642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750AE0B-6325-0880-3985-0B362EB4EC2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923173" y="3645625"/>
            <a:ext cx="7483766" cy="5763624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847BB10-E64A-01BA-96E0-446F8048D63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923173" y="2761826"/>
            <a:ext cx="7483766" cy="83245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4077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 C44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FAA4F31-FF90-45D7-B2DE-4071CF3B0D54}"/>
              </a:ext>
            </a:extLst>
          </p:cNvPr>
          <p:cNvSpPr/>
          <p:nvPr userDrawn="1"/>
        </p:nvSpPr>
        <p:spPr>
          <a:xfrm>
            <a:off x="0" y="0"/>
            <a:ext cx="3401571" cy="3401043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A2780FE-F448-1CAA-F4AB-6322ACBE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876165"/>
            <a:ext cx="16525875" cy="16642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84C95-58CF-D9AD-04F6-95250EE7059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81063" y="3645625"/>
            <a:ext cx="7483766" cy="5763624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B705262B-16D3-9368-0455-0085EF2562B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881063" y="2761826"/>
            <a:ext cx="7483766" cy="83245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Chart Placeholder 9">
            <a:extLst>
              <a:ext uri="{FF2B5EF4-FFF2-40B4-BE49-F238E27FC236}">
                <a16:creationId xmlns:a16="http://schemas.microsoft.com/office/drawing/2014/main" id="{CF992C63-9282-3D86-45C6-3F2F2992C28C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923173" y="2761826"/>
            <a:ext cx="7483766" cy="6647424"/>
          </a:xfrm>
        </p:spPr>
        <p:txBody>
          <a:bodyPr/>
          <a:lstStyle>
            <a:lvl1pPr>
              <a:defRPr sz="27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8934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9C165DBB-437B-30AE-1592-356DBF0F0AA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 flipV="1">
            <a:off x="6666443" y="5195359"/>
            <a:ext cx="777798" cy="777678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3E5D277-4339-C4D1-A41A-BB7B87063406}"/>
              </a:ext>
            </a:extLst>
          </p:cNvPr>
          <p:cNvSpPr/>
          <p:nvPr userDrawn="1"/>
        </p:nvSpPr>
        <p:spPr>
          <a:xfrm>
            <a:off x="0" y="0"/>
            <a:ext cx="3401571" cy="3401043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60620B-EC8A-78D9-76D4-E4DE28BC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876165"/>
            <a:ext cx="14366082" cy="16642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43BF1845-C70F-D3A9-7F86-DD4539DA68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76300" y="5974825"/>
            <a:ext cx="777798" cy="777678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D9C32B-94BC-820A-0BB0-3632D8B64185}"/>
              </a:ext>
            </a:extLst>
          </p:cNvPr>
          <p:cNvCxnSpPr>
            <a:cxnSpLocks/>
          </p:cNvCxnSpPr>
          <p:nvPr userDrawn="1"/>
        </p:nvCxnSpPr>
        <p:spPr>
          <a:xfrm>
            <a:off x="881063" y="5973931"/>
            <a:ext cx="17406938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6C56DE8-B888-CF16-9037-81D79DF3294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565585" y="7466801"/>
            <a:ext cx="4230263" cy="1695799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983499A-72B1-5BC3-FD8C-B9704ECFED1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565585" y="6583003"/>
            <a:ext cx="4230263" cy="83245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40FA32C2-ECB9-01C0-2085-0D6FE2A9C9A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358864" y="3616076"/>
            <a:ext cx="4230263" cy="1695799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7E5ECC16-C0BD-C38C-5F0F-9A984C32189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358864" y="2732278"/>
            <a:ext cx="4230263" cy="83245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E7CD07FC-BEE5-C23C-D7A7-8ED39AC7E67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2456585" y="5974825"/>
            <a:ext cx="777798" cy="777678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B5A0C650-B2EC-1462-DD7F-EF336135C60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3152143" y="7466801"/>
            <a:ext cx="4230263" cy="1695799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76AA9E70-E993-385C-8939-6195974DEB48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3152143" y="6583003"/>
            <a:ext cx="4230263" cy="83245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968F3835-9C63-EF19-32BD-25CE27F15DB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47944" y="5526884"/>
            <a:ext cx="2135054" cy="370924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5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6D393204-B169-7564-05A9-D4B6395A4C6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314524" y="5526884"/>
            <a:ext cx="2135054" cy="370924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5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B65B4364-2A6B-8EB7-227E-EFFD61F3A13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531235" y="6050055"/>
            <a:ext cx="2135054" cy="370924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5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</p:spTree>
    <p:extLst>
      <p:ext uri="{BB962C8B-B14F-4D97-AF65-F5344CB8AC3E}">
        <p14:creationId xmlns:p14="http://schemas.microsoft.com/office/powerpoint/2010/main" val="436170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9C165DBB-437B-30AE-1592-356DBF0F0AA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 flipV="1">
            <a:off x="5018049" y="5195359"/>
            <a:ext cx="777798" cy="777678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3E5D277-4339-C4D1-A41A-BB7B87063406}"/>
              </a:ext>
            </a:extLst>
          </p:cNvPr>
          <p:cNvSpPr/>
          <p:nvPr userDrawn="1"/>
        </p:nvSpPr>
        <p:spPr>
          <a:xfrm>
            <a:off x="0" y="0"/>
            <a:ext cx="3401571" cy="3401043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60620B-EC8A-78D9-76D4-E4DE28BC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876165"/>
            <a:ext cx="14366082" cy="16642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43BF1845-C70F-D3A9-7F86-DD4539DA68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76300" y="5974825"/>
            <a:ext cx="777798" cy="777678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D9C32B-94BC-820A-0BB0-3632D8B64185}"/>
              </a:ext>
            </a:extLst>
          </p:cNvPr>
          <p:cNvCxnSpPr>
            <a:cxnSpLocks/>
          </p:cNvCxnSpPr>
          <p:nvPr userDrawn="1"/>
        </p:nvCxnSpPr>
        <p:spPr>
          <a:xfrm>
            <a:off x="881063" y="5973931"/>
            <a:ext cx="17406938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6C56DE8-B888-CF16-9037-81D79DF3294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565585" y="7466801"/>
            <a:ext cx="3229556" cy="1695799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983499A-72B1-5BC3-FD8C-B9704ECFED1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565585" y="6583003"/>
            <a:ext cx="3229556" cy="83245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40FA32C2-ECB9-01C0-2085-0D6FE2A9C9A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702572" y="3616076"/>
            <a:ext cx="3229556" cy="1695799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7E5ECC16-C0BD-C38C-5F0F-9A984C32189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702572" y="2732278"/>
            <a:ext cx="3229556" cy="83245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E7CD07FC-BEE5-C23C-D7A7-8ED39AC7E67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144000" y="5974825"/>
            <a:ext cx="777798" cy="777678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B5A0C650-B2EC-1462-DD7F-EF336135C60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839558" y="7466801"/>
            <a:ext cx="3229556" cy="1695799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76AA9E70-E993-385C-8939-6195974DEB48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839558" y="6583003"/>
            <a:ext cx="3229556" cy="83245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506A403F-1651-8AC4-7236-7BCD5B70207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 flipV="1">
            <a:off x="13277850" y="5195359"/>
            <a:ext cx="777798" cy="777678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0528D71F-F463-1C75-3146-12A57AE60B1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3976545" y="3616076"/>
            <a:ext cx="3229556" cy="1695799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9574E517-0C7C-19C0-93A2-742DB231088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13976545" y="2732278"/>
            <a:ext cx="3229556" cy="83245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968F3835-9C63-EF19-32BD-25CE27F15DB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47944" y="5526884"/>
            <a:ext cx="2135054" cy="370924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5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6D393204-B169-7564-05A9-D4B6395A4C6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001939" y="5526884"/>
            <a:ext cx="2135054" cy="370924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5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B65B4364-2A6B-8EB7-227E-EFFD61F3A13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864604" y="6050055"/>
            <a:ext cx="2135054" cy="370924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5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456A4840-E555-4BD3-A5F3-EEB0AFC19F6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3112092" y="6050055"/>
            <a:ext cx="2135054" cy="370924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5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</p:spTree>
    <p:extLst>
      <p:ext uri="{BB962C8B-B14F-4D97-AF65-F5344CB8AC3E}">
        <p14:creationId xmlns:p14="http://schemas.microsoft.com/office/powerpoint/2010/main" val="1057909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3E5D277-4339-C4D1-A41A-BB7B87063406}"/>
              </a:ext>
            </a:extLst>
          </p:cNvPr>
          <p:cNvSpPr/>
          <p:nvPr userDrawn="1"/>
        </p:nvSpPr>
        <p:spPr>
          <a:xfrm>
            <a:off x="0" y="0"/>
            <a:ext cx="3401571" cy="3401043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60620B-EC8A-78D9-76D4-E4DE28BC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876165"/>
            <a:ext cx="14366082" cy="16642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43BF1845-C70F-D3A9-7F86-DD4539DA68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76300" y="5974825"/>
            <a:ext cx="777798" cy="777678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D9C32B-94BC-820A-0BB0-3632D8B64185}"/>
              </a:ext>
            </a:extLst>
          </p:cNvPr>
          <p:cNvCxnSpPr>
            <a:cxnSpLocks/>
          </p:cNvCxnSpPr>
          <p:nvPr userDrawn="1"/>
        </p:nvCxnSpPr>
        <p:spPr>
          <a:xfrm>
            <a:off x="881063" y="5973931"/>
            <a:ext cx="17406938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6C56DE8-B888-CF16-9037-81D79DF3294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565585" y="7466801"/>
            <a:ext cx="3120716" cy="1695799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983499A-72B1-5BC3-FD8C-B9704ECFED1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565585" y="6583003"/>
            <a:ext cx="3120716" cy="83245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968F3835-9C63-EF19-32BD-25CE27F15DB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47944" y="5526884"/>
            <a:ext cx="2135054" cy="370924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9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19" name="Text Placeholder 47">
            <a:extLst>
              <a:ext uri="{FF2B5EF4-FFF2-40B4-BE49-F238E27FC236}">
                <a16:creationId xmlns:a16="http://schemas.microsoft.com/office/drawing/2014/main" id="{72E4454B-6912-4B12-82E3-98EF663FEDEF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 flipV="1">
            <a:off x="4056459" y="5196701"/>
            <a:ext cx="777798" cy="777678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E2E80F-1B2F-88AE-C92E-79C258F3F488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4745744" y="3612661"/>
            <a:ext cx="3120716" cy="1695799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7FE20C2F-4314-0B5A-ED4E-4C05F43672A1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45744" y="2728863"/>
            <a:ext cx="3120716" cy="83245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D5FD22D6-439E-1D09-A92E-183CE574EAE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928103" y="6043821"/>
            <a:ext cx="2135054" cy="370924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9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23" name="Text Placeholder 47">
            <a:extLst>
              <a:ext uri="{FF2B5EF4-FFF2-40B4-BE49-F238E27FC236}">
                <a16:creationId xmlns:a16="http://schemas.microsoft.com/office/drawing/2014/main" id="{31AD4637-A7BB-6FF9-EC20-D1847BBBF33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236618" y="5974825"/>
            <a:ext cx="777798" cy="777678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64D0D6-096B-838B-DB46-50B30F03DE48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7925903" y="7466801"/>
            <a:ext cx="3120716" cy="1695799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282F753F-FF5D-0450-A281-ED3C7B55DB3E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7925903" y="6583003"/>
            <a:ext cx="3120716" cy="83245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F49E5AA-B8A9-1718-2831-23C48850A37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7108262" y="5526884"/>
            <a:ext cx="2135054" cy="370924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9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27" name="Text Placeholder 47">
            <a:extLst>
              <a:ext uri="{FF2B5EF4-FFF2-40B4-BE49-F238E27FC236}">
                <a16:creationId xmlns:a16="http://schemas.microsoft.com/office/drawing/2014/main" id="{093F9A11-8B4B-FB2B-BB7D-14D314A70981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 flipV="1">
            <a:off x="10416777" y="5196701"/>
            <a:ext cx="777798" cy="777678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DA662180-FDF9-FEA4-9C7C-480184E3C296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11106062" y="3612661"/>
            <a:ext cx="3120716" cy="1695799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B903A240-654B-31E0-F63D-80BD104BB6A1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1106062" y="2728863"/>
            <a:ext cx="3120716" cy="83245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E08FDC21-966C-C46C-B522-AD5DFCE594B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0288421" y="6043821"/>
            <a:ext cx="2135054" cy="370924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9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31" name="Text Placeholder 47">
            <a:extLst>
              <a:ext uri="{FF2B5EF4-FFF2-40B4-BE49-F238E27FC236}">
                <a16:creationId xmlns:a16="http://schemas.microsoft.com/office/drawing/2014/main" id="{893A8C3D-17B0-8FD8-654E-AA3F93471A8A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3596938" y="5974825"/>
            <a:ext cx="777798" cy="777678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02647E7-BA95-36DF-70DA-6CCD76FCD05C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14286223" y="7466801"/>
            <a:ext cx="3120716" cy="1695799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5CDBA108-0FB1-0060-40A8-967116B7980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14286223" y="6583003"/>
            <a:ext cx="3120716" cy="83245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85182D71-A88A-F6D5-89B8-5AF7B691179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3468582" y="5526884"/>
            <a:ext cx="2135054" cy="370924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9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</p:spTree>
    <p:extLst>
      <p:ext uri="{BB962C8B-B14F-4D97-AF65-F5344CB8AC3E}">
        <p14:creationId xmlns:p14="http://schemas.microsoft.com/office/powerpoint/2010/main" val="2159028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3E5D277-4339-C4D1-A41A-BB7B87063406}"/>
              </a:ext>
            </a:extLst>
          </p:cNvPr>
          <p:cNvSpPr/>
          <p:nvPr userDrawn="1"/>
        </p:nvSpPr>
        <p:spPr>
          <a:xfrm>
            <a:off x="0" y="0"/>
            <a:ext cx="3401571" cy="3401043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60620B-EC8A-78D9-76D4-E4DE28BC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876165"/>
            <a:ext cx="14366082" cy="16642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43BF1845-C70F-D3A9-7F86-DD4539DA68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76300" y="5974825"/>
            <a:ext cx="777798" cy="777678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D9C32B-94BC-820A-0BB0-3632D8B64185}"/>
              </a:ext>
            </a:extLst>
          </p:cNvPr>
          <p:cNvCxnSpPr>
            <a:cxnSpLocks/>
          </p:cNvCxnSpPr>
          <p:nvPr userDrawn="1"/>
        </p:nvCxnSpPr>
        <p:spPr>
          <a:xfrm>
            <a:off x="881063" y="5973931"/>
            <a:ext cx="17406938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6C56DE8-B888-CF16-9037-81D79DF3294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565586" y="7466801"/>
            <a:ext cx="2462283" cy="1695799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983499A-72B1-5BC3-FD8C-B9704ECFED1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565586" y="6583003"/>
            <a:ext cx="2462283" cy="83245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968F3835-9C63-EF19-32BD-25CE27F15DB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47944" y="5526884"/>
            <a:ext cx="2135054" cy="370924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9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2" name="Text Placeholder 47">
            <a:extLst>
              <a:ext uri="{FF2B5EF4-FFF2-40B4-BE49-F238E27FC236}">
                <a16:creationId xmlns:a16="http://schemas.microsoft.com/office/drawing/2014/main" id="{EB5770D7-7030-FB7F-94E7-5AF4EAD5E79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 flipV="1">
            <a:off x="3552114" y="5195360"/>
            <a:ext cx="777798" cy="777678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18CFAF6-66DD-C2A4-47C9-F2DA9576B276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4241400" y="3607630"/>
            <a:ext cx="2462283" cy="1695799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C8E716D-90B8-CA11-6A5A-143DCA473AD2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241400" y="2723831"/>
            <a:ext cx="2462283" cy="83245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14899CB-C957-6674-D467-C21BF65C33F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380140" y="6056002"/>
            <a:ext cx="2135054" cy="370924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9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8" name="Text Placeholder 47">
            <a:extLst>
              <a:ext uri="{FF2B5EF4-FFF2-40B4-BE49-F238E27FC236}">
                <a16:creationId xmlns:a16="http://schemas.microsoft.com/office/drawing/2014/main" id="{BD41D12A-BB8F-2D7A-39B6-B956CB4E746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227928" y="5974825"/>
            <a:ext cx="777798" cy="777678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ED16348-6A2B-F326-B6FC-52949BADA30A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6917214" y="7466801"/>
            <a:ext cx="2462283" cy="1695799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CB5E748-88DA-972A-7E23-B4081D3EA6AD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6917214" y="6583003"/>
            <a:ext cx="2462283" cy="83245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1102CDA-8A47-A8AC-BDA5-9F04B92148D0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099572" y="5526884"/>
            <a:ext cx="2135054" cy="370924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9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55594443-EB92-E0D5-F3E2-C880EE3795A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 flipV="1">
            <a:off x="8903742" y="5195360"/>
            <a:ext cx="777798" cy="777678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7106273-4D98-50DB-6C77-B7D5A9960CA7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9593028" y="3607630"/>
            <a:ext cx="2462283" cy="1695799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1E12DE1-CF11-5D63-7424-D0188B97872A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9593028" y="2723831"/>
            <a:ext cx="2462283" cy="83245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DEB378B8-1872-6DE6-2E68-7792A86B5368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731768" y="6056002"/>
            <a:ext cx="2135054" cy="370924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9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35" name="Text Placeholder 47">
            <a:extLst>
              <a:ext uri="{FF2B5EF4-FFF2-40B4-BE49-F238E27FC236}">
                <a16:creationId xmlns:a16="http://schemas.microsoft.com/office/drawing/2014/main" id="{09B0A2E9-7DFC-A403-67B9-2849667B3518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1579556" y="5974825"/>
            <a:ext cx="777798" cy="777678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728E5DA-F7D5-4638-C6A4-89A4B637BC67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12268842" y="7466801"/>
            <a:ext cx="2462283" cy="1695799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1F680311-A7D4-BA9E-B8A3-3C0E2D35F4DD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12268842" y="6583003"/>
            <a:ext cx="2462283" cy="83245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BF5ED435-4225-B01A-8661-4A55A282FA9A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1451200" y="5526884"/>
            <a:ext cx="2135054" cy="370924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9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39" name="Text Placeholder 47">
            <a:extLst>
              <a:ext uri="{FF2B5EF4-FFF2-40B4-BE49-F238E27FC236}">
                <a16:creationId xmlns:a16="http://schemas.microsoft.com/office/drawing/2014/main" id="{3DB161CE-460D-3343-DC31-E64C1B932C4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 flipV="1">
            <a:off x="14255369" y="5195360"/>
            <a:ext cx="777798" cy="777678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0759DE18-144A-8D7C-1A17-991B5BBE1924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14944655" y="3607630"/>
            <a:ext cx="2462283" cy="1695799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48E68E70-1ECB-BC50-8395-F9DDC4B2544E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14944655" y="2723831"/>
            <a:ext cx="2462283" cy="83245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A2A35910-E2BE-4554-252D-E74C9A81246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4083394" y="6056002"/>
            <a:ext cx="2135054" cy="370924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9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</p:spTree>
    <p:extLst>
      <p:ext uri="{BB962C8B-B14F-4D97-AF65-F5344CB8AC3E}">
        <p14:creationId xmlns:p14="http://schemas.microsoft.com/office/powerpoint/2010/main" val="338506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9C165DBB-437B-30AE-1592-356DBF0F0AA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 rot="8120955" flipV="1">
            <a:off x="8990124" y="6628541"/>
            <a:ext cx="327069" cy="32701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3E5D277-4339-C4D1-A41A-BB7B87063406}"/>
              </a:ext>
            </a:extLst>
          </p:cNvPr>
          <p:cNvSpPr/>
          <p:nvPr userDrawn="1"/>
        </p:nvSpPr>
        <p:spPr>
          <a:xfrm>
            <a:off x="0" y="0"/>
            <a:ext cx="3401571" cy="3401043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60620B-EC8A-78D9-76D4-E4DE28BC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876165"/>
            <a:ext cx="14366082" cy="16642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43BF1845-C70F-D3A9-7F86-DD4539DA68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 rot="13552398">
            <a:off x="7028433" y="5080102"/>
            <a:ext cx="327019" cy="32706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6C56DE8-B888-CF16-9037-81D79DF3294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877030" y="3880629"/>
            <a:ext cx="4230263" cy="1262078"/>
          </a:xfrm>
        </p:spPr>
        <p:txBody>
          <a:bodyPr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983499A-72B1-5BC3-FD8C-B9704ECFED1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877030" y="2996831"/>
            <a:ext cx="4230263" cy="832451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40FA32C2-ECB9-01C0-2085-0D6FE2A9C9A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028869" y="8145520"/>
            <a:ext cx="4230263" cy="1262078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7E5ECC16-C0BD-C38C-5F0F-9A984C32189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028869" y="7261721"/>
            <a:ext cx="4230263" cy="83245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E7CD07FC-BEE5-C23C-D7A7-8ED39AC7E67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 rot="13416059">
            <a:off x="10951842" y="5079278"/>
            <a:ext cx="327069" cy="32701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B5A0C650-B2EC-1462-DD7F-EF336135C60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2168188" y="3880629"/>
            <a:ext cx="4230263" cy="1262078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76AA9E70-E993-385C-8939-6195974DEB48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2168188" y="2996831"/>
            <a:ext cx="4230263" cy="83245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968F3835-9C63-EF19-32BD-25CE27F15DB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277393" y="5831439"/>
            <a:ext cx="1815815" cy="37092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5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6D393204-B169-7564-05A9-D4B6395A4C6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207468" y="5831439"/>
            <a:ext cx="1815815" cy="37092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5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B65B4364-2A6B-8EB7-227E-EFFD61F3A13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42430" y="5831439"/>
            <a:ext cx="1815815" cy="37092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5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85E363E-30FF-5A7B-91E6-966360EDCCA0}"/>
              </a:ext>
            </a:extLst>
          </p:cNvPr>
          <p:cNvGrpSpPr/>
          <p:nvPr userDrawn="1"/>
        </p:nvGrpSpPr>
        <p:grpSpPr>
          <a:xfrm>
            <a:off x="6211083" y="5036193"/>
            <a:ext cx="5885151" cy="1961415"/>
            <a:chOff x="4134283" y="2771991"/>
            <a:chExt cx="3923434" cy="130781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655A560-79FA-9DFA-662D-AEA7E7264036}"/>
                </a:ext>
              </a:extLst>
            </p:cNvPr>
            <p:cNvGrpSpPr/>
            <p:nvPr userDrawn="1"/>
          </p:nvGrpSpPr>
          <p:grpSpPr>
            <a:xfrm>
              <a:off x="4134283" y="2771991"/>
              <a:ext cx="3923434" cy="1307812"/>
              <a:chOff x="4134283" y="2768888"/>
              <a:chExt cx="3923434" cy="1307812"/>
            </a:xfrm>
          </p:grpSpPr>
          <p:sp>
            <p:nvSpPr>
              <p:cNvPr id="12" name="Arc 47">
                <a:extLst>
                  <a:ext uri="{FF2B5EF4-FFF2-40B4-BE49-F238E27FC236}">
                    <a16:creationId xmlns:a16="http://schemas.microsoft.com/office/drawing/2014/main" id="{39CE4BAD-DE6C-CAFA-1164-8E2FB2227B2D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270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Arc 48">
                <a:extLst>
                  <a:ext uri="{FF2B5EF4-FFF2-40B4-BE49-F238E27FC236}">
                    <a16:creationId xmlns:a16="http://schemas.microsoft.com/office/drawing/2014/main" id="{F28CDAB7-1062-5EA4-2B2A-E594871F9FB6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270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Arc 49">
                <a:extLst>
                  <a:ext uri="{FF2B5EF4-FFF2-40B4-BE49-F238E27FC236}">
                    <a16:creationId xmlns:a16="http://schemas.microsoft.com/office/drawing/2014/main" id="{BE2A6CC0-75C3-C14E-9653-1D7771BAD68A}"/>
                  </a:ext>
                </a:extLst>
              </p:cNvPr>
              <p:cNvSpPr/>
              <p:nvPr userDrawn="1"/>
            </p:nvSpPr>
            <p:spPr>
              <a:xfrm>
                <a:off x="6749906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27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D8762CC-FB9F-8742-2804-02B85682DF56}"/>
                </a:ext>
              </a:extLst>
            </p:cNvPr>
            <p:cNvGrpSpPr/>
            <p:nvPr userDrawn="1"/>
          </p:nvGrpSpPr>
          <p:grpSpPr>
            <a:xfrm>
              <a:off x="4134283" y="2771991"/>
              <a:ext cx="3923434" cy="1307812"/>
              <a:chOff x="4134283" y="2775094"/>
              <a:chExt cx="3923434" cy="1307812"/>
            </a:xfrm>
          </p:grpSpPr>
          <p:sp>
            <p:nvSpPr>
              <p:cNvPr id="7" name="Arc 6">
                <a:extLst>
                  <a:ext uri="{FF2B5EF4-FFF2-40B4-BE49-F238E27FC236}">
                    <a16:creationId xmlns:a16="http://schemas.microsoft.com/office/drawing/2014/main" id="{CAC42FC9-7CCC-6102-E695-BFF579449705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270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Arc 7">
                <a:extLst>
                  <a:ext uri="{FF2B5EF4-FFF2-40B4-BE49-F238E27FC236}">
                    <a16:creationId xmlns:a16="http://schemas.microsoft.com/office/drawing/2014/main" id="{7EBC49F0-0073-DCFD-2E21-B28F8A8EB464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270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Arc 9">
                <a:extLst>
                  <a:ext uri="{FF2B5EF4-FFF2-40B4-BE49-F238E27FC236}">
                    <a16:creationId xmlns:a16="http://schemas.microsoft.com/office/drawing/2014/main" id="{D4215F2B-762E-F873-05A4-30533BAC5FDB}"/>
                  </a:ext>
                </a:extLst>
              </p:cNvPr>
              <p:cNvSpPr/>
              <p:nvPr userDrawn="1"/>
            </p:nvSpPr>
            <p:spPr>
              <a:xfrm>
                <a:off x="6749906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27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41772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9194EFD-51CD-04DF-9DC4-2E1565747CF7}"/>
              </a:ext>
            </a:extLst>
          </p:cNvPr>
          <p:cNvGrpSpPr/>
          <p:nvPr userDrawn="1"/>
        </p:nvGrpSpPr>
        <p:grpSpPr>
          <a:xfrm>
            <a:off x="5220567" y="5036193"/>
            <a:ext cx="7846866" cy="1961415"/>
            <a:chOff x="4134283" y="3357980"/>
            <a:chExt cx="5231244" cy="130781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75EFAE7-DB06-590C-9B1F-3C4020FBBA4E}"/>
                </a:ext>
              </a:extLst>
            </p:cNvPr>
            <p:cNvGrpSpPr/>
            <p:nvPr userDrawn="1"/>
          </p:nvGrpSpPr>
          <p:grpSpPr>
            <a:xfrm>
              <a:off x="6749905" y="3357980"/>
              <a:ext cx="2615622" cy="1307812"/>
              <a:chOff x="4134283" y="2768888"/>
              <a:chExt cx="2615622" cy="1307812"/>
            </a:xfrm>
          </p:grpSpPr>
          <p:sp>
            <p:nvSpPr>
              <p:cNvPr id="18" name="Arc 47">
                <a:extLst>
                  <a:ext uri="{FF2B5EF4-FFF2-40B4-BE49-F238E27FC236}">
                    <a16:creationId xmlns:a16="http://schemas.microsoft.com/office/drawing/2014/main" id="{35BE7105-69DC-81F2-1524-E35F4D68B4AD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270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Arc 48">
                <a:extLst>
                  <a:ext uri="{FF2B5EF4-FFF2-40B4-BE49-F238E27FC236}">
                    <a16:creationId xmlns:a16="http://schemas.microsoft.com/office/drawing/2014/main" id="{62C56C6A-A0F4-3614-F6BF-B3E91D255059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27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F09AD7-4182-F9E1-8DF2-94B868DA5D60}"/>
                </a:ext>
              </a:extLst>
            </p:cNvPr>
            <p:cNvGrpSpPr/>
            <p:nvPr userDrawn="1"/>
          </p:nvGrpSpPr>
          <p:grpSpPr>
            <a:xfrm>
              <a:off x="4134283" y="3357980"/>
              <a:ext cx="2615622" cy="1307812"/>
              <a:chOff x="4134283" y="2768888"/>
              <a:chExt cx="2615622" cy="1307812"/>
            </a:xfrm>
          </p:grpSpPr>
          <p:sp>
            <p:nvSpPr>
              <p:cNvPr id="16" name="Arc 47">
                <a:extLst>
                  <a:ext uri="{FF2B5EF4-FFF2-40B4-BE49-F238E27FC236}">
                    <a16:creationId xmlns:a16="http://schemas.microsoft.com/office/drawing/2014/main" id="{C2F66580-81E0-F7E6-9EFF-D043EBAB60EA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270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Arc 48">
                <a:extLst>
                  <a:ext uri="{FF2B5EF4-FFF2-40B4-BE49-F238E27FC236}">
                    <a16:creationId xmlns:a16="http://schemas.microsoft.com/office/drawing/2014/main" id="{9AD3684B-90DA-5C9E-04D7-65AC4A30AD06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27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36FDD18-C443-DB82-05C7-50C98B98F96B}"/>
                </a:ext>
              </a:extLst>
            </p:cNvPr>
            <p:cNvGrpSpPr/>
            <p:nvPr userDrawn="1"/>
          </p:nvGrpSpPr>
          <p:grpSpPr>
            <a:xfrm>
              <a:off x="4134283" y="3357980"/>
              <a:ext cx="2615622" cy="1307812"/>
              <a:chOff x="4134283" y="2775094"/>
              <a:chExt cx="2615622" cy="1307812"/>
            </a:xfrm>
          </p:grpSpPr>
          <p:sp>
            <p:nvSpPr>
              <p:cNvPr id="14" name="Arc 13">
                <a:extLst>
                  <a:ext uri="{FF2B5EF4-FFF2-40B4-BE49-F238E27FC236}">
                    <a16:creationId xmlns:a16="http://schemas.microsoft.com/office/drawing/2014/main" id="{22D18510-49A1-9BC9-8562-8CD9B056800D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270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Arc 14">
                <a:extLst>
                  <a:ext uri="{FF2B5EF4-FFF2-40B4-BE49-F238E27FC236}">
                    <a16:creationId xmlns:a16="http://schemas.microsoft.com/office/drawing/2014/main" id="{D04AEF53-C452-CFAE-15C9-74DED72A0778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27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092B98D-965D-A9EE-4BFC-66378B793777}"/>
                </a:ext>
              </a:extLst>
            </p:cNvPr>
            <p:cNvGrpSpPr/>
            <p:nvPr userDrawn="1"/>
          </p:nvGrpSpPr>
          <p:grpSpPr>
            <a:xfrm>
              <a:off x="6749905" y="3357980"/>
              <a:ext cx="2615622" cy="1307812"/>
              <a:chOff x="4134283" y="2775094"/>
              <a:chExt cx="2615622" cy="1307812"/>
            </a:xfrm>
          </p:grpSpPr>
          <p:sp>
            <p:nvSpPr>
              <p:cNvPr id="10" name="Arc 9">
                <a:extLst>
                  <a:ext uri="{FF2B5EF4-FFF2-40B4-BE49-F238E27FC236}">
                    <a16:creationId xmlns:a16="http://schemas.microsoft.com/office/drawing/2014/main" id="{E92C5BF4-C1C3-7AA4-309A-54C394B15F20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270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Arc 11">
                <a:extLst>
                  <a:ext uri="{FF2B5EF4-FFF2-40B4-BE49-F238E27FC236}">
                    <a16:creationId xmlns:a16="http://schemas.microsoft.com/office/drawing/2014/main" id="{B32B98DB-6201-9437-4AD2-B674552EFC3F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270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9C165DBB-437B-30AE-1592-356DBF0F0AA9}"/>
              </a:ext>
            </a:extLst>
          </p:cNvPr>
          <p:cNvSpPr>
            <a:spLocks noGrp="1" noChangeAspect="1"/>
          </p:cNvSpPr>
          <p:nvPr>
            <p:ph type="body" sz="quarter" idx="50" hasCustomPrompt="1"/>
          </p:nvPr>
        </p:nvSpPr>
        <p:spPr>
          <a:xfrm rot="8077340" flipV="1">
            <a:off x="7998468" y="6623808"/>
            <a:ext cx="329349" cy="329400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3E5D277-4339-C4D1-A41A-BB7B87063406}"/>
              </a:ext>
            </a:extLst>
          </p:cNvPr>
          <p:cNvSpPr/>
          <p:nvPr userDrawn="1"/>
        </p:nvSpPr>
        <p:spPr>
          <a:xfrm>
            <a:off x="0" y="0"/>
            <a:ext cx="3401571" cy="3401043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60620B-EC8A-78D9-76D4-E4DE28BC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876165"/>
            <a:ext cx="14366082" cy="16642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43BF1845-C70F-D3A9-7F86-DD4539DA6801}"/>
              </a:ext>
            </a:extLst>
          </p:cNvPr>
          <p:cNvSpPr>
            <a:spLocks noGrp="1" noChangeAspect="1"/>
          </p:cNvSpPr>
          <p:nvPr>
            <p:ph type="body" sz="quarter" idx="52" hasCustomPrompt="1"/>
          </p:nvPr>
        </p:nvSpPr>
        <p:spPr>
          <a:xfrm rot="13480280">
            <a:off x="6036726" y="5077020"/>
            <a:ext cx="329400" cy="32934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6C56DE8-B888-CF16-9037-81D79DF3294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644073" y="5951299"/>
            <a:ext cx="3229556" cy="1263405"/>
          </a:xfrm>
        </p:spPr>
        <p:txBody>
          <a:bodyPr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983499A-72B1-5BC3-FD8C-B9704ECFED1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644073" y="5067501"/>
            <a:ext cx="3229556" cy="832451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40FA32C2-ECB9-01C0-2085-0D6FE2A9C9A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555025" y="8145843"/>
            <a:ext cx="3229556" cy="1263405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7E5ECC16-C0BD-C38C-5F0F-9A984C32189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555025" y="7262045"/>
            <a:ext cx="3229556" cy="83245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E7CD07FC-BEE5-C23C-D7A7-8ED39AC7E675}"/>
              </a:ext>
            </a:extLst>
          </p:cNvPr>
          <p:cNvSpPr>
            <a:spLocks noGrp="1" noChangeAspect="1"/>
          </p:cNvSpPr>
          <p:nvPr>
            <p:ph type="body" sz="quarter" idx="53" hasCustomPrompt="1"/>
          </p:nvPr>
        </p:nvSpPr>
        <p:spPr>
          <a:xfrm rot="13480280">
            <a:off x="9960159" y="5077021"/>
            <a:ext cx="329400" cy="32934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B5A0C650-B2EC-1462-DD7F-EF336135C60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8514844" y="3618145"/>
            <a:ext cx="3229556" cy="1263405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76AA9E70-E993-385C-8939-6195974DEB48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514844" y="2734347"/>
            <a:ext cx="3229556" cy="83245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506A403F-1651-8AC4-7236-7BCD5B70207D}"/>
              </a:ext>
            </a:extLst>
          </p:cNvPr>
          <p:cNvSpPr>
            <a:spLocks noGrp="1" noChangeAspect="1"/>
          </p:cNvSpPr>
          <p:nvPr>
            <p:ph type="body" sz="quarter" idx="51" hasCustomPrompt="1"/>
          </p:nvPr>
        </p:nvSpPr>
        <p:spPr>
          <a:xfrm rot="8077340" flipV="1">
            <a:off x="11921901" y="6623808"/>
            <a:ext cx="329349" cy="329400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0528D71F-F463-1C75-3146-12A57AE60B1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3297883" y="5945117"/>
            <a:ext cx="3229556" cy="1263405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9574E517-0C7C-19C0-93A2-742DB231088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13297883" y="5061319"/>
            <a:ext cx="3229556" cy="83245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968F3835-9C63-EF19-32BD-25CE27F15DB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294226" y="5831439"/>
            <a:ext cx="1814400" cy="37092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5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6D393204-B169-7564-05A9-D4B6395A4C6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217659" y="5831439"/>
            <a:ext cx="1814400" cy="37092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5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B65B4364-2A6B-8EB7-227E-EFFD61F3A13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255943" y="5831439"/>
            <a:ext cx="1814400" cy="37092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5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456A4840-E555-4BD3-A5F3-EEB0AFC19F6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1179374" y="5831439"/>
            <a:ext cx="1814400" cy="37092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5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</p:spTree>
    <p:extLst>
      <p:ext uri="{BB962C8B-B14F-4D97-AF65-F5344CB8AC3E}">
        <p14:creationId xmlns:p14="http://schemas.microsoft.com/office/powerpoint/2010/main" val="1352699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3E5D277-4339-C4D1-A41A-BB7B87063406}"/>
              </a:ext>
            </a:extLst>
          </p:cNvPr>
          <p:cNvSpPr/>
          <p:nvPr userDrawn="1"/>
        </p:nvSpPr>
        <p:spPr>
          <a:xfrm>
            <a:off x="0" y="0"/>
            <a:ext cx="3401571" cy="3401043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60620B-EC8A-78D9-76D4-E4DE28BC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876165"/>
            <a:ext cx="14366082" cy="16642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43BF1845-C70F-D3A9-7F86-DD4539DA6801}"/>
              </a:ext>
            </a:extLst>
          </p:cNvPr>
          <p:cNvSpPr>
            <a:spLocks noGrp="1" noChangeAspect="1"/>
          </p:cNvSpPr>
          <p:nvPr>
            <p:ph type="body" sz="quarter" idx="52" hasCustomPrompt="1"/>
          </p:nvPr>
        </p:nvSpPr>
        <p:spPr>
          <a:xfrm rot="13468673">
            <a:off x="4941567" y="5085337"/>
            <a:ext cx="329400" cy="32934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6C56DE8-B888-CF16-9037-81D79DF3294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3550835" y="3640850"/>
            <a:ext cx="3120716" cy="1263405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983499A-72B1-5BC3-FD8C-B9704ECFED1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50835" y="2757052"/>
            <a:ext cx="3120716" cy="83245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968F3835-9C63-EF19-32BD-25CE27F15DB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199067" y="5831440"/>
            <a:ext cx="1814400" cy="37092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9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19" name="Text Placeholder 47">
            <a:extLst>
              <a:ext uri="{FF2B5EF4-FFF2-40B4-BE49-F238E27FC236}">
                <a16:creationId xmlns:a16="http://schemas.microsoft.com/office/drawing/2014/main" id="{72E4454B-6912-4B12-82E3-98EF663FEDEF}"/>
              </a:ext>
            </a:extLst>
          </p:cNvPr>
          <p:cNvSpPr>
            <a:spLocks noGrp="1" noChangeAspect="1"/>
          </p:cNvSpPr>
          <p:nvPr>
            <p:ph type="body" sz="quarter" idx="55" hasCustomPrompt="1"/>
          </p:nvPr>
        </p:nvSpPr>
        <p:spPr>
          <a:xfrm rot="8150336" flipV="1">
            <a:off x="6905003" y="6625745"/>
            <a:ext cx="329400" cy="32934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E2E80F-1B2F-88AE-C92E-79C258F3F488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19336" y="8143357"/>
            <a:ext cx="3120716" cy="1263405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7FE20C2F-4314-0B5A-ED4E-4C05F43672A1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519336" y="7259559"/>
            <a:ext cx="3120716" cy="83245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D5FD22D6-439E-1D09-A92E-183CE574EAE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160784" y="5831440"/>
            <a:ext cx="1814400" cy="37092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9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23" name="Text Placeholder 47">
            <a:extLst>
              <a:ext uri="{FF2B5EF4-FFF2-40B4-BE49-F238E27FC236}">
                <a16:creationId xmlns:a16="http://schemas.microsoft.com/office/drawing/2014/main" id="{31AD4637-A7BB-6FF9-EC20-D1847BBBF339}"/>
              </a:ext>
            </a:extLst>
          </p:cNvPr>
          <p:cNvSpPr>
            <a:spLocks noGrp="1" noChangeAspect="1"/>
          </p:cNvSpPr>
          <p:nvPr>
            <p:ph type="body" sz="quarter" idx="59" hasCustomPrompt="1"/>
          </p:nvPr>
        </p:nvSpPr>
        <p:spPr>
          <a:xfrm rot="13468673">
            <a:off x="8868438" y="5089462"/>
            <a:ext cx="329400" cy="32934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64D0D6-096B-838B-DB46-50B30F03DE48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7487837" y="3654668"/>
            <a:ext cx="3120716" cy="1263405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282F753F-FF5D-0450-A281-ED3C7B55DB3E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7487837" y="2770870"/>
            <a:ext cx="3120716" cy="83245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F49E5AA-B8A9-1718-2831-23C48850A37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8122500" y="5831440"/>
            <a:ext cx="1814400" cy="37092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9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27" name="Text Placeholder 47">
            <a:extLst>
              <a:ext uri="{FF2B5EF4-FFF2-40B4-BE49-F238E27FC236}">
                <a16:creationId xmlns:a16="http://schemas.microsoft.com/office/drawing/2014/main" id="{093F9A11-8B4B-FB2B-BB7D-14D314A70981}"/>
              </a:ext>
            </a:extLst>
          </p:cNvPr>
          <p:cNvSpPr>
            <a:spLocks noGrp="1" noChangeAspect="1"/>
          </p:cNvSpPr>
          <p:nvPr>
            <p:ph type="body" sz="quarter" idx="63" hasCustomPrompt="1"/>
          </p:nvPr>
        </p:nvSpPr>
        <p:spPr>
          <a:xfrm rot="8150336" flipV="1">
            <a:off x="10831874" y="6625745"/>
            <a:ext cx="329400" cy="32934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DA662180-FDF9-FEA4-9C7C-480184E3C296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9456337" y="8153360"/>
            <a:ext cx="3120716" cy="1263405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B903A240-654B-31E0-F63D-80BD104BB6A1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9456337" y="7269562"/>
            <a:ext cx="3120716" cy="83245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E08FDC21-966C-C46C-B522-AD5DFCE594B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0084217" y="5831440"/>
            <a:ext cx="1814400" cy="37092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9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31" name="Text Placeholder 47">
            <a:extLst>
              <a:ext uri="{FF2B5EF4-FFF2-40B4-BE49-F238E27FC236}">
                <a16:creationId xmlns:a16="http://schemas.microsoft.com/office/drawing/2014/main" id="{893A8C3D-17B0-8FD8-654E-AA3F93471A8A}"/>
              </a:ext>
            </a:extLst>
          </p:cNvPr>
          <p:cNvSpPr>
            <a:spLocks noGrp="1" noChangeAspect="1"/>
          </p:cNvSpPr>
          <p:nvPr>
            <p:ph type="body" sz="quarter" idx="67" hasCustomPrompt="1"/>
          </p:nvPr>
        </p:nvSpPr>
        <p:spPr>
          <a:xfrm rot="13468673">
            <a:off x="12795312" y="5085337"/>
            <a:ext cx="329400" cy="32934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02647E7-BA95-36DF-70DA-6CCD76FCD05C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11424836" y="3647269"/>
            <a:ext cx="3120716" cy="1263405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5CDBA108-0FB1-0060-40A8-967116B7980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11424836" y="2763471"/>
            <a:ext cx="3120716" cy="83245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85182D71-A88A-F6D5-89B8-5AF7B691179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2045932" y="5831440"/>
            <a:ext cx="1814400" cy="37092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9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FEAB494-E420-CABA-719F-BCDF9716F13A}"/>
              </a:ext>
            </a:extLst>
          </p:cNvPr>
          <p:cNvGrpSpPr/>
          <p:nvPr userDrawn="1"/>
        </p:nvGrpSpPr>
        <p:grpSpPr>
          <a:xfrm>
            <a:off x="4125409" y="5036193"/>
            <a:ext cx="9808583" cy="1961415"/>
            <a:chOff x="3480378" y="3357980"/>
            <a:chExt cx="6539055" cy="1307812"/>
          </a:xfrm>
        </p:grpSpPr>
        <p:sp>
          <p:nvSpPr>
            <p:cNvPr id="6" name="Arc 47">
              <a:extLst>
                <a:ext uri="{FF2B5EF4-FFF2-40B4-BE49-F238E27FC236}">
                  <a16:creationId xmlns:a16="http://schemas.microsoft.com/office/drawing/2014/main" id="{5B6561AF-4910-132F-B3B7-A504B4416BDA}"/>
                </a:ext>
              </a:extLst>
            </p:cNvPr>
            <p:cNvSpPr/>
            <p:nvPr userDrawn="1"/>
          </p:nvSpPr>
          <p:spPr>
            <a:xfrm>
              <a:off x="8711622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2700">
                <a:solidFill>
                  <a:schemeClr val="tx1"/>
                </a:solidFill>
              </a:endParaRPr>
            </a:p>
          </p:txBody>
        </p:sp>
        <p:sp>
          <p:nvSpPr>
            <p:cNvPr id="7" name="Arc 47">
              <a:extLst>
                <a:ext uri="{FF2B5EF4-FFF2-40B4-BE49-F238E27FC236}">
                  <a16:creationId xmlns:a16="http://schemas.microsoft.com/office/drawing/2014/main" id="{2C5285BF-2913-E316-D1BA-884490EB7CCA}"/>
                </a:ext>
              </a:extLst>
            </p:cNvPr>
            <p:cNvSpPr/>
            <p:nvPr userDrawn="1"/>
          </p:nvSpPr>
          <p:spPr>
            <a:xfrm>
              <a:off x="6096000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2700">
                <a:solidFill>
                  <a:schemeClr val="tx1"/>
                </a:solidFill>
              </a:endParaRPr>
            </a:p>
          </p:txBody>
        </p:sp>
        <p:sp>
          <p:nvSpPr>
            <p:cNvPr id="8" name="Arc 48">
              <a:extLst>
                <a:ext uri="{FF2B5EF4-FFF2-40B4-BE49-F238E27FC236}">
                  <a16:creationId xmlns:a16="http://schemas.microsoft.com/office/drawing/2014/main" id="{BBEDBE85-7398-D2A8-88BE-1542BAAC30D2}"/>
                </a:ext>
              </a:extLst>
            </p:cNvPr>
            <p:cNvSpPr/>
            <p:nvPr userDrawn="1"/>
          </p:nvSpPr>
          <p:spPr>
            <a:xfrm flipV="1">
              <a:off x="7403811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2700">
                <a:solidFill>
                  <a:schemeClr val="tx1"/>
                </a:solidFill>
              </a:endParaRPr>
            </a:p>
          </p:txBody>
        </p:sp>
        <p:sp>
          <p:nvSpPr>
            <p:cNvPr id="10" name="Arc 47">
              <a:extLst>
                <a:ext uri="{FF2B5EF4-FFF2-40B4-BE49-F238E27FC236}">
                  <a16:creationId xmlns:a16="http://schemas.microsoft.com/office/drawing/2014/main" id="{3132AA95-43B7-F6AC-E795-F71F3A89F25D}"/>
                </a:ext>
              </a:extLst>
            </p:cNvPr>
            <p:cNvSpPr/>
            <p:nvPr userDrawn="1"/>
          </p:nvSpPr>
          <p:spPr>
            <a:xfrm>
              <a:off x="3480378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2700">
                <a:solidFill>
                  <a:schemeClr val="tx1"/>
                </a:solidFill>
              </a:endParaRPr>
            </a:p>
          </p:txBody>
        </p:sp>
        <p:sp>
          <p:nvSpPr>
            <p:cNvPr id="12" name="Arc 48">
              <a:extLst>
                <a:ext uri="{FF2B5EF4-FFF2-40B4-BE49-F238E27FC236}">
                  <a16:creationId xmlns:a16="http://schemas.microsoft.com/office/drawing/2014/main" id="{43694D3A-5612-11F3-B441-F789FD332443}"/>
                </a:ext>
              </a:extLst>
            </p:cNvPr>
            <p:cNvSpPr/>
            <p:nvPr userDrawn="1"/>
          </p:nvSpPr>
          <p:spPr>
            <a:xfrm flipV="1">
              <a:off x="4788189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2700">
                <a:solidFill>
                  <a:schemeClr val="tx1"/>
                </a:solidFill>
              </a:endParaRPr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809976B3-B1A7-59BD-6B86-09A70BABBCF9}"/>
                </a:ext>
              </a:extLst>
            </p:cNvPr>
            <p:cNvSpPr/>
            <p:nvPr userDrawn="1"/>
          </p:nvSpPr>
          <p:spPr>
            <a:xfrm>
              <a:off x="3480378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2700">
                <a:solidFill>
                  <a:schemeClr val="tx1"/>
                </a:solidFill>
              </a:endParaRPr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5950265B-9B14-9CA8-61A6-21DCC3A1AF1A}"/>
                </a:ext>
              </a:extLst>
            </p:cNvPr>
            <p:cNvSpPr/>
            <p:nvPr userDrawn="1"/>
          </p:nvSpPr>
          <p:spPr>
            <a:xfrm flipV="1">
              <a:off x="4788189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2700">
                <a:solidFill>
                  <a:schemeClr val="tx1"/>
                </a:solidFill>
              </a:endParaRPr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2A615E95-7DE6-5147-0CF1-8B99E4355B73}"/>
                </a:ext>
              </a:extLst>
            </p:cNvPr>
            <p:cNvSpPr/>
            <p:nvPr userDrawn="1"/>
          </p:nvSpPr>
          <p:spPr>
            <a:xfrm>
              <a:off x="6096000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2700">
                <a:solidFill>
                  <a:schemeClr val="tx1"/>
                </a:solidFill>
              </a:endParaRPr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3BA90852-7702-41AD-99B1-C60A497F740A}"/>
                </a:ext>
              </a:extLst>
            </p:cNvPr>
            <p:cNvSpPr/>
            <p:nvPr userDrawn="1"/>
          </p:nvSpPr>
          <p:spPr>
            <a:xfrm flipV="1">
              <a:off x="7403811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2700">
                <a:solidFill>
                  <a:schemeClr val="tx1"/>
                </a:solidFill>
              </a:endParaRPr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574FE756-6EC0-DEBE-7D64-3CBA40AA2C7A}"/>
                </a:ext>
              </a:extLst>
            </p:cNvPr>
            <p:cNvSpPr/>
            <p:nvPr userDrawn="1"/>
          </p:nvSpPr>
          <p:spPr>
            <a:xfrm>
              <a:off x="8711622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27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9695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3E5D277-4339-C4D1-A41A-BB7B87063406}"/>
              </a:ext>
            </a:extLst>
          </p:cNvPr>
          <p:cNvSpPr/>
          <p:nvPr userDrawn="1"/>
        </p:nvSpPr>
        <p:spPr>
          <a:xfrm>
            <a:off x="0" y="0"/>
            <a:ext cx="3401571" cy="3401043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60620B-EC8A-78D9-76D4-E4DE28BC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876165"/>
            <a:ext cx="14366082" cy="16642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43BF1845-C70F-D3A9-7F86-DD4539DA6801}"/>
              </a:ext>
            </a:extLst>
          </p:cNvPr>
          <p:cNvSpPr>
            <a:spLocks noGrp="1" noChangeAspect="1"/>
          </p:cNvSpPr>
          <p:nvPr>
            <p:ph type="body" sz="quarter" idx="52" hasCustomPrompt="1"/>
          </p:nvPr>
        </p:nvSpPr>
        <p:spPr>
          <a:xfrm rot="13448084">
            <a:off x="3974824" y="5086965"/>
            <a:ext cx="329400" cy="32934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6C56DE8-B888-CF16-9037-81D79DF3294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2899340" y="3589360"/>
            <a:ext cx="2462283" cy="1263405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983499A-72B1-5BC3-FD8C-B9704ECFED1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2899340" y="2705562"/>
            <a:ext cx="2462283" cy="83245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968F3835-9C63-EF19-32BD-25CE27F15DB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232496" y="5831440"/>
            <a:ext cx="1814400" cy="37092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9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2" name="Text Placeholder 47">
            <a:extLst>
              <a:ext uri="{FF2B5EF4-FFF2-40B4-BE49-F238E27FC236}">
                <a16:creationId xmlns:a16="http://schemas.microsoft.com/office/drawing/2014/main" id="{EB5770D7-7030-FB7F-94E7-5AF4EAD5E798}"/>
              </a:ext>
            </a:extLst>
          </p:cNvPr>
          <p:cNvSpPr>
            <a:spLocks noGrp="1" noChangeAspect="1"/>
          </p:cNvSpPr>
          <p:nvPr>
            <p:ph type="body" sz="quarter" idx="55" hasCustomPrompt="1"/>
          </p:nvPr>
        </p:nvSpPr>
        <p:spPr>
          <a:xfrm rot="2654128">
            <a:off x="5936576" y="6625745"/>
            <a:ext cx="329400" cy="32934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18CFAF6-66DD-C2A4-47C9-F2DA9576B276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4865339" y="8041693"/>
            <a:ext cx="2462283" cy="1263405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C8E716D-90B8-CA11-6A5A-143DCA473AD2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865339" y="7157895"/>
            <a:ext cx="2462283" cy="83245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14899CB-C957-6674-D467-C21BF65C33F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194212" y="5831440"/>
            <a:ext cx="1814400" cy="37092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9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8" name="Text Placeholder 47">
            <a:extLst>
              <a:ext uri="{FF2B5EF4-FFF2-40B4-BE49-F238E27FC236}">
                <a16:creationId xmlns:a16="http://schemas.microsoft.com/office/drawing/2014/main" id="{BD41D12A-BB8F-2D7A-39B6-B956CB4E7462}"/>
              </a:ext>
            </a:extLst>
          </p:cNvPr>
          <p:cNvSpPr>
            <a:spLocks noGrp="1" noChangeAspect="1"/>
          </p:cNvSpPr>
          <p:nvPr>
            <p:ph type="body" sz="quarter" idx="59" hasCustomPrompt="1"/>
          </p:nvPr>
        </p:nvSpPr>
        <p:spPr>
          <a:xfrm rot="13448719">
            <a:off x="7898327" y="5086965"/>
            <a:ext cx="329400" cy="32934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ED16348-6A2B-F326-B6FC-52949BADA30A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6831338" y="3719465"/>
            <a:ext cx="2462283" cy="1263405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CB5E748-88DA-972A-7E23-B4081D3EA6AD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6831338" y="2835667"/>
            <a:ext cx="2462283" cy="83245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1102CDA-8A47-A8AC-BDA5-9F04B92148D0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7155929" y="5831440"/>
            <a:ext cx="1814400" cy="37092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9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55594443-EB92-E0D5-F3E2-C880EE3795A9}"/>
              </a:ext>
            </a:extLst>
          </p:cNvPr>
          <p:cNvSpPr>
            <a:spLocks noGrp="1" noChangeAspect="1"/>
          </p:cNvSpPr>
          <p:nvPr>
            <p:ph type="body" sz="quarter" idx="63" hasCustomPrompt="1"/>
          </p:nvPr>
        </p:nvSpPr>
        <p:spPr>
          <a:xfrm rot="2654128">
            <a:off x="9860078" y="6625745"/>
            <a:ext cx="329400" cy="32934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7106273-4D98-50DB-6C77-B7D5A9960CA7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8797337" y="8211482"/>
            <a:ext cx="2462283" cy="1263405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1E12DE1-CF11-5D63-7424-D0188B97872A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8797337" y="7327684"/>
            <a:ext cx="2462283" cy="83245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DEB378B8-1872-6DE6-2E68-7792A86B5368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9117645" y="5831440"/>
            <a:ext cx="1814400" cy="37092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9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35" name="Text Placeholder 47">
            <a:extLst>
              <a:ext uri="{FF2B5EF4-FFF2-40B4-BE49-F238E27FC236}">
                <a16:creationId xmlns:a16="http://schemas.microsoft.com/office/drawing/2014/main" id="{09B0A2E9-7DFC-A403-67B9-2849667B3518}"/>
              </a:ext>
            </a:extLst>
          </p:cNvPr>
          <p:cNvSpPr>
            <a:spLocks noGrp="1" noChangeAspect="1"/>
          </p:cNvSpPr>
          <p:nvPr>
            <p:ph type="body" sz="quarter" idx="67" hasCustomPrompt="1"/>
          </p:nvPr>
        </p:nvSpPr>
        <p:spPr>
          <a:xfrm rot="13493207">
            <a:off x="11821829" y="5086965"/>
            <a:ext cx="329400" cy="32934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728E5DA-F7D5-4638-C6A4-89A4B637BC67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10763336" y="3645657"/>
            <a:ext cx="2462283" cy="1263405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1F680311-A7D4-BA9E-B8A3-3C0E2D35F4DD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10763336" y="2761859"/>
            <a:ext cx="2462283" cy="83245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BF5ED435-4225-B01A-8661-4A55A282FA9A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1079362" y="5831440"/>
            <a:ext cx="1814400" cy="37092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9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39" name="Text Placeholder 47">
            <a:extLst>
              <a:ext uri="{FF2B5EF4-FFF2-40B4-BE49-F238E27FC236}">
                <a16:creationId xmlns:a16="http://schemas.microsoft.com/office/drawing/2014/main" id="{3DB161CE-460D-3343-DC31-E64C1B932C43}"/>
              </a:ext>
            </a:extLst>
          </p:cNvPr>
          <p:cNvSpPr>
            <a:spLocks noGrp="1" noChangeAspect="1"/>
          </p:cNvSpPr>
          <p:nvPr>
            <p:ph type="body" sz="quarter" idx="71" hasCustomPrompt="1"/>
          </p:nvPr>
        </p:nvSpPr>
        <p:spPr>
          <a:xfrm rot="2654128">
            <a:off x="13783578" y="6600069"/>
            <a:ext cx="329400" cy="32934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5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0759DE18-144A-8D7C-1A17-991B5BBE1924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12729338" y="8041693"/>
            <a:ext cx="2462283" cy="1263405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48E68E70-1ECB-BC50-8395-F9DDC4B2544E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12729338" y="7157895"/>
            <a:ext cx="2462283" cy="83245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A2A35910-E2BE-4554-252D-E74C9A81246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3041078" y="5831440"/>
            <a:ext cx="1814400" cy="37092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9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20" name="Arc 48">
            <a:extLst>
              <a:ext uri="{FF2B5EF4-FFF2-40B4-BE49-F238E27FC236}">
                <a16:creationId xmlns:a16="http://schemas.microsoft.com/office/drawing/2014/main" id="{CEB5FE85-6FBA-20D0-1BDD-1B48C13D527B}"/>
              </a:ext>
            </a:extLst>
          </p:cNvPr>
          <p:cNvSpPr/>
          <p:nvPr userDrawn="1"/>
        </p:nvSpPr>
        <p:spPr>
          <a:xfrm flipV="1">
            <a:off x="12967421" y="5036193"/>
            <a:ext cx="1961717" cy="1961415"/>
          </a:xfrm>
          <a:prstGeom prst="ellips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700">
              <a:solidFill>
                <a:schemeClr val="tx1"/>
              </a:solidFill>
            </a:endParaRPr>
          </a:p>
        </p:txBody>
      </p:sp>
      <p:sp>
        <p:nvSpPr>
          <p:cNvPr id="21" name="Arc 47">
            <a:extLst>
              <a:ext uri="{FF2B5EF4-FFF2-40B4-BE49-F238E27FC236}">
                <a16:creationId xmlns:a16="http://schemas.microsoft.com/office/drawing/2014/main" id="{477598E1-DA42-DF6C-D390-9442D91A3849}"/>
              </a:ext>
            </a:extLst>
          </p:cNvPr>
          <p:cNvSpPr/>
          <p:nvPr userDrawn="1"/>
        </p:nvSpPr>
        <p:spPr>
          <a:xfrm>
            <a:off x="11005704" y="5036193"/>
            <a:ext cx="1961717" cy="1961415"/>
          </a:xfrm>
          <a:prstGeom prst="ellips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700">
              <a:solidFill>
                <a:schemeClr val="tx1"/>
              </a:solidFill>
            </a:endParaRPr>
          </a:p>
        </p:txBody>
      </p:sp>
      <p:sp>
        <p:nvSpPr>
          <p:cNvPr id="22" name="Arc 47">
            <a:extLst>
              <a:ext uri="{FF2B5EF4-FFF2-40B4-BE49-F238E27FC236}">
                <a16:creationId xmlns:a16="http://schemas.microsoft.com/office/drawing/2014/main" id="{4D4C0585-1A77-62CE-F7D2-A88D285B9E8F}"/>
              </a:ext>
            </a:extLst>
          </p:cNvPr>
          <p:cNvSpPr/>
          <p:nvPr userDrawn="1"/>
        </p:nvSpPr>
        <p:spPr>
          <a:xfrm>
            <a:off x="7082272" y="5036193"/>
            <a:ext cx="1961717" cy="1961415"/>
          </a:xfrm>
          <a:prstGeom prst="ellips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700">
              <a:solidFill>
                <a:schemeClr val="tx1"/>
              </a:solidFill>
            </a:endParaRPr>
          </a:p>
        </p:txBody>
      </p:sp>
      <p:sp>
        <p:nvSpPr>
          <p:cNvPr id="23" name="Arc 48">
            <a:extLst>
              <a:ext uri="{FF2B5EF4-FFF2-40B4-BE49-F238E27FC236}">
                <a16:creationId xmlns:a16="http://schemas.microsoft.com/office/drawing/2014/main" id="{B15E6F22-0A93-E807-318E-61A3BD2308AB}"/>
              </a:ext>
            </a:extLst>
          </p:cNvPr>
          <p:cNvSpPr/>
          <p:nvPr userDrawn="1"/>
        </p:nvSpPr>
        <p:spPr>
          <a:xfrm flipV="1">
            <a:off x="9043988" y="5036193"/>
            <a:ext cx="1961717" cy="1961415"/>
          </a:xfrm>
          <a:prstGeom prst="ellips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700">
              <a:solidFill>
                <a:schemeClr val="tx1"/>
              </a:solidFill>
            </a:endParaRPr>
          </a:p>
        </p:txBody>
      </p:sp>
      <p:sp>
        <p:nvSpPr>
          <p:cNvPr id="24" name="Arc 47">
            <a:extLst>
              <a:ext uri="{FF2B5EF4-FFF2-40B4-BE49-F238E27FC236}">
                <a16:creationId xmlns:a16="http://schemas.microsoft.com/office/drawing/2014/main" id="{34EDB599-B1C4-46E9-9D03-7D1CEC80BE17}"/>
              </a:ext>
            </a:extLst>
          </p:cNvPr>
          <p:cNvSpPr/>
          <p:nvPr userDrawn="1"/>
        </p:nvSpPr>
        <p:spPr>
          <a:xfrm>
            <a:off x="3158839" y="5036193"/>
            <a:ext cx="1961717" cy="1961415"/>
          </a:xfrm>
          <a:prstGeom prst="ellips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700">
              <a:solidFill>
                <a:schemeClr val="tx1"/>
              </a:solidFill>
            </a:endParaRPr>
          </a:p>
        </p:txBody>
      </p:sp>
      <p:sp>
        <p:nvSpPr>
          <p:cNvPr id="25" name="Arc 48">
            <a:extLst>
              <a:ext uri="{FF2B5EF4-FFF2-40B4-BE49-F238E27FC236}">
                <a16:creationId xmlns:a16="http://schemas.microsoft.com/office/drawing/2014/main" id="{5C440A63-4D8F-67DD-2DEF-65143B79D009}"/>
              </a:ext>
            </a:extLst>
          </p:cNvPr>
          <p:cNvSpPr/>
          <p:nvPr userDrawn="1"/>
        </p:nvSpPr>
        <p:spPr>
          <a:xfrm flipV="1">
            <a:off x="5120555" y="5036193"/>
            <a:ext cx="1961717" cy="1961415"/>
          </a:xfrm>
          <a:prstGeom prst="ellips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700">
              <a:solidFill>
                <a:schemeClr val="tx1"/>
              </a:solidFill>
            </a:endParaRP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0DD9DB4A-7EFC-D3AB-644C-A57CF01BA020}"/>
              </a:ext>
            </a:extLst>
          </p:cNvPr>
          <p:cNvSpPr/>
          <p:nvPr userDrawn="1"/>
        </p:nvSpPr>
        <p:spPr>
          <a:xfrm>
            <a:off x="3158839" y="5036193"/>
            <a:ext cx="1961717" cy="1961415"/>
          </a:xfrm>
          <a:prstGeom prst="arc">
            <a:avLst>
              <a:gd name="adj1" fmla="val 10792152"/>
              <a:gd name="adj2" fmla="val 0"/>
            </a:avLst>
          </a:prstGeom>
          <a:ln w="5715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700">
              <a:solidFill>
                <a:schemeClr val="tx1"/>
              </a:solidFill>
            </a:endParaRP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B439AEAC-92C3-822D-36EC-404450122AF0}"/>
              </a:ext>
            </a:extLst>
          </p:cNvPr>
          <p:cNvSpPr/>
          <p:nvPr userDrawn="1"/>
        </p:nvSpPr>
        <p:spPr>
          <a:xfrm flipV="1">
            <a:off x="5120555" y="5036193"/>
            <a:ext cx="1961717" cy="1961415"/>
          </a:xfrm>
          <a:prstGeom prst="arc">
            <a:avLst>
              <a:gd name="adj1" fmla="val 10790197"/>
              <a:gd name="adj2" fmla="val 0"/>
            </a:avLst>
          </a:prstGeom>
          <a:ln w="5715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700">
              <a:solidFill>
                <a:schemeClr val="tx1"/>
              </a:solidFill>
            </a:endParaRP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03AB3AEB-F8B8-A8C9-C881-10B54C18FAFE}"/>
              </a:ext>
            </a:extLst>
          </p:cNvPr>
          <p:cNvSpPr/>
          <p:nvPr userDrawn="1"/>
        </p:nvSpPr>
        <p:spPr>
          <a:xfrm>
            <a:off x="7082272" y="5036193"/>
            <a:ext cx="1961717" cy="1961415"/>
          </a:xfrm>
          <a:prstGeom prst="arc">
            <a:avLst>
              <a:gd name="adj1" fmla="val 10792152"/>
              <a:gd name="adj2" fmla="val 0"/>
            </a:avLst>
          </a:prstGeom>
          <a:ln w="5715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700">
              <a:solidFill>
                <a:schemeClr val="tx1"/>
              </a:solidFill>
            </a:endParaRP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7A65FA56-776F-B166-55F6-585D097CB22A}"/>
              </a:ext>
            </a:extLst>
          </p:cNvPr>
          <p:cNvSpPr/>
          <p:nvPr userDrawn="1"/>
        </p:nvSpPr>
        <p:spPr>
          <a:xfrm flipV="1">
            <a:off x="9043988" y="5036193"/>
            <a:ext cx="1961717" cy="1961415"/>
          </a:xfrm>
          <a:prstGeom prst="arc">
            <a:avLst>
              <a:gd name="adj1" fmla="val 10790197"/>
              <a:gd name="adj2" fmla="val 0"/>
            </a:avLst>
          </a:prstGeom>
          <a:ln w="5715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700">
              <a:solidFill>
                <a:schemeClr val="tx1"/>
              </a:solidFill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5F4B4F57-16C1-82D5-5C9C-24A167453427}"/>
              </a:ext>
            </a:extLst>
          </p:cNvPr>
          <p:cNvSpPr/>
          <p:nvPr userDrawn="1"/>
        </p:nvSpPr>
        <p:spPr>
          <a:xfrm>
            <a:off x="11005704" y="5036193"/>
            <a:ext cx="1961717" cy="1961415"/>
          </a:xfrm>
          <a:prstGeom prst="arc">
            <a:avLst>
              <a:gd name="adj1" fmla="val 10792152"/>
              <a:gd name="adj2" fmla="val 0"/>
            </a:avLst>
          </a:prstGeom>
          <a:ln w="5715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700">
              <a:solidFill>
                <a:schemeClr val="tx1"/>
              </a:solidFill>
            </a:endParaRP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DE41CE68-7913-183D-0F7B-DEA19B9ADD64}"/>
              </a:ext>
            </a:extLst>
          </p:cNvPr>
          <p:cNvSpPr/>
          <p:nvPr userDrawn="1"/>
        </p:nvSpPr>
        <p:spPr>
          <a:xfrm flipV="1">
            <a:off x="12967421" y="5036193"/>
            <a:ext cx="1961717" cy="1961415"/>
          </a:xfrm>
          <a:prstGeom prst="arc">
            <a:avLst>
              <a:gd name="adj1" fmla="val 10790197"/>
              <a:gd name="adj2" fmla="val 0"/>
            </a:avLst>
          </a:prstGeom>
          <a:ln w="5715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82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8787" userDrawn="1">
          <p15:clr>
            <a:srgbClr val="FBAE40"/>
          </p15:clr>
        </p15:guide>
        <p15:guide id="2" pos="2597" userDrawn="1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A2527E0-94AA-C957-2E7B-4576A8C6BD96}"/>
              </a:ext>
            </a:extLst>
          </p:cNvPr>
          <p:cNvSpPr/>
          <p:nvPr userDrawn="1"/>
        </p:nvSpPr>
        <p:spPr>
          <a:xfrm rot="16200000" flipH="1">
            <a:off x="341" y="-2381"/>
            <a:ext cx="4418918" cy="4419600"/>
          </a:xfrm>
          <a:custGeom>
            <a:avLst/>
            <a:gdLst>
              <a:gd name="connsiteX0" fmla="*/ 0 w 2946400"/>
              <a:gd name="connsiteY0" fmla="*/ 0 h 2946400"/>
              <a:gd name="connsiteX1" fmla="*/ 2881601 w 2946400"/>
              <a:gd name="connsiteY1" fmla="*/ 0 h 2946400"/>
              <a:gd name="connsiteX2" fmla="*/ 2897635 w 2946400"/>
              <a:gd name="connsiteY2" fmla="*/ 62356 h 2946400"/>
              <a:gd name="connsiteX3" fmla="*/ 2946400 w 2946400"/>
              <a:gd name="connsiteY3" fmla="*/ 546100 h 2946400"/>
              <a:gd name="connsiteX4" fmla="*/ 546100 w 2946400"/>
              <a:gd name="connsiteY4" fmla="*/ 2946400 h 2946400"/>
              <a:gd name="connsiteX5" fmla="*/ 62356 w 2946400"/>
              <a:gd name="connsiteY5" fmla="*/ 2897635 h 2946400"/>
              <a:gd name="connsiteX6" fmla="*/ 0 w 2946400"/>
              <a:gd name="connsiteY6" fmla="*/ 2881601 h 29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46400" h="2946400">
                <a:moveTo>
                  <a:pt x="0" y="0"/>
                </a:moveTo>
                <a:lnTo>
                  <a:pt x="2881601" y="0"/>
                </a:lnTo>
                <a:lnTo>
                  <a:pt x="2897635" y="62356"/>
                </a:lnTo>
                <a:cubicBezTo>
                  <a:pt x="2929609" y="218610"/>
                  <a:pt x="2946400" y="380394"/>
                  <a:pt x="2946400" y="546100"/>
                </a:cubicBezTo>
                <a:cubicBezTo>
                  <a:pt x="2946400" y="1871749"/>
                  <a:pt x="1871749" y="2946400"/>
                  <a:pt x="546100" y="2946400"/>
                </a:cubicBezTo>
                <a:cubicBezTo>
                  <a:pt x="380394" y="2946400"/>
                  <a:pt x="218610" y="2929609"/>
                  <a:pt x="62356" y="2897635"/>
                </a:cubicBezTo>
                <a:lnTo>
                  <a:pt x="0" y="28816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ID" sz="27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4C63C5-B093-423F-EDE7-E256A8B7AD32}"/>
              </a:ext>
            </a:extLst>
          </p:cNvPr>
          <p:cNvCxnSpPr>
            <a:cxnSpLocks/>
          </p:cNvCxnSpPr>
          <p:nvPr userDrawn="1"/>
        </p:nvCxnSpPr>
        <p:spPr>
          <a:xfrm>
            <a:off x="9144000" y="0"/>
            <a:ext cx="0" cy="87616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13565E-CF99-419F-AEC7-A62AF2E65B11}"/>
              </a:ext>
            </a:extLst>
          </p:cNvPr>
          <p:cNvSpPr/>
          <p:nvPr userDrawn="1"/>
        </p:nvSpPr>
        <p:spPr>
          <a:xfrm rot="5400000">
            <a:off x="13868741" y="-2381"/>
            <a:ext cx="4418918" cy="4419600"/>
          </a:xfrm>
          <a:custGeom>
            <a:avLst/>
            <a:gdLst>
              <a:gd name="connsiteX0" fmla="*/ 0 w 2946400"/>
              <a:gd name="connsiteY0" fmla="*/ 0 h 2946400"/>
              <a:gd name="connsiteX1" fmla="*/ 2881601 w 2946400"/>
              <a:gd name="connsiteY1" fmla="*/ 0 h 2946400"/>
              <a:gd name="connsiteX2" fmla="*/ 2897635 w 2946400"/>
              <a:gd name="connsiteY2" fmla="*/ 62356 h 2946400"/>
              <a:gd name="connsiteX3" fmla="*/ 2946400 w 2946400"/>
              <a:gd name="connsiteY3" fmla="*/ 546100 h 2946400"/>
              <a:gd name="connsiteX4" fmla="*/ 546100 w 2946400"/>
              <a:gd name="connsiteY4" fmla="*/ 2946400 h 2946400"/>
              <a:gd name="connsiteX5" fmla="*/ 62356 w 2946400"/>
              <a:gd name="connsiteY5" fmla="*/ 2897635 h 2946400"/>
              <a:gd name="connsiteX6" fmla="*/ 0 w 2946400"/>
              <a:gd name="connsiteY6" fmla="*/ 2881601 h 29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46400" h="2946400">
                <a:moveTo>
                  <a:pt x="0" y="0"/>
                </a:moveTo>
                <a:lnTo>
                  <a:pt x="2881601" y="0"/>
                </a:lnTo>
                <a:lnTo>
                  <a:pt x="2897635" y="62356"/>
                </a:lnTo>
                <a:cubicBezTo>
                  <a:pt x="2929609" y="218610"/>
                  <a:pt x="2946400" y="380394"/>
                  <a:pt x="2946400" y="546100"/>
                </a:cubicBezTo>
                <a:cubicBezTo>
                  <a:pt x="2946400" y="1871749"/>
                  <a:pt x="1871749" y="2946400"/>
                  <a:pt x="546100" y="2946400"/>
                </a:cubicBezTo>
                <a:cubicBezTo>
                  <a:pt x="380394" y="2946400"/>
                  <a:pt x="218610" y="2929609"/>
                  <a:pt x="62356" y="2897635"/>
                </a:cubicBezTo>
                <a:lnTo>
                  <a:pt x="0" y="28816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5048C8-BEDD-47F9-820F-7FAF2CE3E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6" y="876165"/>
            <a:ext cx="16525869" cy="2650346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48408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D13ECA1-EBCC-5614-D342-9F4FB2100450}"/>
              </a:ext>
            </a:extLst>
          </p:cNvPr>
          <p:cNvSpPr/>
          <p:nvPr userDrawn="1"/>
        </p:nvSpPr>
        <p:spPr>
          <a:xfrm>
            <a:off x="0" y="0"/>
            <a:ext cx="3401571" cy="3401043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</p:spTree>
    <p:extLst>
      <p:ext uri="{BB962C8B-B14F-4D97-AF65-F5344CB8AC3E}">
        <p14:creationId xmlns:p14="http://schemas.microsoft.com/office/powerpoint/2010/main" val="703989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Size S1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1F69506-FD8A-FE0C-0418-E27F291F8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876165"/>
            <a:ext cx="14366082" cy="16642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174A8FD-63D9-CCBC-27A9-B4BD6C3E2A57}"/>
              </a:ext>
            </a:extLst>
          </p:cNvPr>
          <p:cNvSpPr/>
          <p:nvPr userDrawn="1"/>
        </p:nvSpPr>
        <p:spPr>
          <a:xfrm>
            <a:off x="1135664" y="2554842"/>
            <a:ext cx="4457700" cy="445701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BF5A76F7-4927-E019-A285-6FDB1CB651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0602" y="7195027"/>
            <a:ext cx="4747824" cy="570917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27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743" indent="0">
              <a:buNone/>
              <a:defRPr sz="1099"/>
            </a:lvl2pPr>
            <a:lvl3pPr marL="1371486" indent="0">
              <a:buNone/>
              <a:defRPr sz="1050"/>
            </a:lvl3pPr>
            <a:lvl4pPr marL="2057229" indent="0">
              <a:buNone/>
              <a:defRPr sz="1000"/>
            </a:lvl4pPr>
            <a:lvl5pPr marL="2742971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53AA891A-70C9-3F49-8B27-B4FF192927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0600" y="7873927"/>
            <a:ext cx="4747827" cy="1492465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2400" b="0">
                <a:latin typeface="+mn-lt"/>
              </a:defRPr>
            </a:lvl1pPr>
            <a:lvl2pPr marL="685743" indent="0">
              <a:buNone/>
              <a:defRPr sz="1099"/>
            </a:lvl2pPr>
            <a:lvl3pPr marL="1371486" indent="0">
              <a:buNone/>
              <a:defRPr sz="1050"/>
            </a:lvl3pPr>
            <a:lvl4pPr marL="2057229" indent="0">
              <a:buNone/>
              <a:defRPr sz="1000"/>
            </a:lvl4pPr>
            <a:lvl5pPr marL="2742971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19F9A2E3-2E8C-C49F-1133-4E459E5BCF2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319217" y="4213298"/>
            <a:ext cx="4090596" cy="1140100"/>
          </a:xfrm>
        </p:spPr>
        <p:txBody>
          <a:bodyPr anchor="ctr">
            <a:noAutofit/>
          </a:bodyPr>
          <a:lstStyle>
            <a:lvl1pPr marL="0" indent="0" algn="ctr">
              <a:buNone/>
              <a:defRPr sz="7199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FB43B8-98B2-669B-D41E-4D8E15A1ACD5}"/>
              </a:ext>
            </a:extLst>
          </p:cNvPr>
          <p:cNvSpPr/>
          <p:nvPr userDrawn="1"/>
        </p:nvSpPr>
        <p:spPr>
          <a:xfrm>
            <a:off x="6833757" y="2823451"/>
            <a:ext cx="3920400" cy="391979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494670D3-6B72-FB9C-AB2F-12D2055CAE6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420045" y="7195027"/>
            <a:ext cx="4747824" cy="570917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27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743" indent="0">
              <a:buNone/>
              <a:defRPr sz="1099"/>
            </a:lvl2pPr>
            <a:lvl3pPr marL="1371486" indent="0">
              <a:buNone/>
              <a:defRPr sz="1050"/>
            </a:lvl3pPr>
            <a:lvl4pPr marL="2057229" indent="0">
              <a:buNone/>
              <a:defRPr sz="1000"/>
            </a:lvl4pPr>
            <a:lvl5pPr marL="2742971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13FD948A-0283-8869-6C1D-A0F7715413B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420044" y="7873927"/>
            <a:ext cx="4747827" cy="1492465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2400" b="0">
                <a:latin typeface="+mn-lt"/>
              </a:defRPr>
            </a:lvl1pPr>
            <a:lvl2pPr marL="685743" indent="0">
              <a:buNone/>
              <a:defRPr sz="1099"/>
            </a:lvl2pPr>
            <a:lvl3pPr marL="1371486" indent="0">
              <a:buNone/>
              <a:defRPr sz="1050"/>
            </a:lvl3pPr>
            <a:lvl4pPr marL="2057229" indent="0">
              <a:buNone/>
              <a:defRPr sz="1000"/>
            </a:lvl4pPr>
            <a:lvl5pPr marL="2742971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31CD1028-A045-0038-177E-91B370D6911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72300" y="4213298"/>
            <a:ext cx="3643314" cy="1140100"/>
          </a:xfrm>
        </p:spPr>
        <p:txBody>
          <a:bodyPr anchor="ctr">
            <a:noAutofit/>
          </a:bodyPr>
          <a:lstStyle>
            <a:lvl1pPr marL="0" indent="0" algn="ctr">
              <a:buNone/>
              <a:defRPr sz="5999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931A16D-BCAF-1819-7D97-0405279551C8}"/>
              </a:ext>
            </a:extLst>
          </p:cNvPr>
          <p:cNvSpPr/>
          <p:nvPr userDrawn="1"/>
        </p:nvSpPr>
        <p:spPr>
          <a:xfrm>
            <a:off x="12533199" y="3093409"/>
            <a:ext cx="3380400" cy="337987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F457FE96-6BF2-389B-01E1-FF8279A505C3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1849487" y="7195027"/>
            <a:ext cx="4747824" cy="570917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27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743" indent="0">
              <a:buNone/>
              <a:defRPr sz="1099"/>
            </a:lvl2pPr>
            <a:lvl3pPr marL="1371486" indent="0">
              <a:buNone/>
              <a:defRPr sz="1050"/>
            </a:lvl3pPr>
            <a:lvl4pPr marL="2057229" indent="0">
              <a:buNone/>
              <a:defRPr sz="1000"/>
            </a:lvl4pPr>
            <a:lvl5pPr marL="2742971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A38330C0-5936-905D-0D75-B9AF0B620F1A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1849486" y="7873927"/>
            <a:ext cx="4747827" cy="1492465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2400" b="0">
                <a:latin typeface="+mn-lt"/>
              </a:defRPr>
            </a:lvl1pPr>
            <a:lvl2pPr marL="685743" indent="0">
              <a:buNone/>
              <a:defRPr sz="1099"/>
            </a:lvl2pPr>
            <a:lvl3pPr marL="1371486" indent="0">
              <a:buNone/>
              <a:defRPr sz="1050"/>
            </a:lvl3pPr>
            <a:lvl4pPr marL="2057229" indent="0">
              <a:buNone/>
              <a:defRPr sz="1000"/>
            </a:lvl4pPr>
            <a:lvl5pPr marL="2742971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FA567FD6-2E6C-A206-2A81-086BE712DF5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2636954" y="4213298"/>
            <a:ext cx="3172890" cy="1140100"/>
          </a:xfrm>
        </p:spPr>
        <p:txBody>
          <a:bodyPr anchor="ctr">
            <a:noAutofit/>
          </a:bodyPr>
          <a:lstStyle>
            <a:lvl1pPr marL="0" indent="0" algn="ctr">
              <a:buNone/>
              <a:defRPr sz="4799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161618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Size S10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77F5EEC-80F8-3CD4-0AB1-62F1FC5A1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876165"/>
            <a:ext cx="14366082" cy="16642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6136803-5EF3-CCCC-C543-9E427874A85D}"/>
              </a:ext>
            </a:extLst>
          </p:cNvPr>
          <p:cNvSpPr/>
          <p:nvPr userDrawn="1"/>
        </p:nvSpPr>
        <p:spPr>
          <a:xfrm>
            <a:off x="6541016" y="5142928"/>
            <a:ext cx="4175760" cy="417511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F5F267B-039C-7289-ABD8-110FCCE33026}"/>
              </a:ext>
            </a:extLst>
          </p:cNvPr>
          <p:cNvSpPr/>
          <p:nvPr userDrawn="1"/>
        </p:nvSpPr>
        <p:spPr>
          <a:xfrm>
            <a:off x="6792674" y="5663156"/>
            <a:ext cx="3672444" cy="36718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6B916C9-B740-9379-CF81-75AD633274BA}"/>
              </a:ext>
            </a:extLst>
          </p:cNvPr>
          <p:cNvSpPr/>
          <p:nvPr userDrawn="1"/>
        </p:nvSpPr>
        <p:spPr>
          <a:xfrm>
            <a:off x="7045598" y="6186000"/>
            <a:ext cx="3166596" cy="316610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57777E85-03F6-AA8C-F042-7715DDDBE5E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583800" y="5846737"/>
            <a:ext cx="3172890" cy="829411"/>
          </a:xfrm>
        </p:spPr>
        <p:txBody>
          <a:bodyPr anchor="ctr">
            <a:noAutofit/>
          </a:bodyPr>
          <a:lstStyle>
            <a:lvl1pPr marL="0" indent="0" algn="r">
              <a:buNone/>
              <a:defRPr sz="4799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D68F3DEE-BC53-F813-1727-422CA4CF91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89604" y="3382071"/>
            <a:ext cx="7078584" cy="570917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27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743" indent="0">
              <a:buNone/>
              <a:defRPr sz="1099"/>
            </a:lvl2pPr>
            <a:lvl3pPr marL="1371486" indent="0">
              <a:buNone/>
              <a:defRPr sz="1050"/>
            </a:lvl3pPr>
            <a:lvl4pPr marL="2057229" indent="0">
              <a:buNone/>
              <a:defRPr sz="1000"/>
            </a:lvl4pPr>
            <a:lvl5pPr marL="2742971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4A74AAE9-9507-95BC-B1DA-3948E116B33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89602" y="4060972"/>
            <a:ext cx="7078587" cy="81530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2400" b="0">
                <a:latin typeface="+mn-lt"/>
              </a:defRPr>
            </a:lvl1pPr>
            <a:lvl2pPr marL="685743" indent="0">
              <a:buNone/>
              <a:defRPr sz="1099"/>
            </a:lvl2pPr>
            <a:lvl3pPr marL="1371486" indent="0">
              <a:buNone/>
              <a:defRPr sz="1050"/>
            </a:lvl3pPr>
            <a:lvl4pPr marL="2057229" indent="0">
              <a:buNone/>
              <a:defRPr sz="1000"/>
            </a:lvl4pPr>
            <a:lvl5pPr marL="2742971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83487AB4-15AC-CE01-915D-E13BDE4C302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008866" y="6784131"/>
            <a:ext cx="4747824" cy="570917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r">
              <a:buNone/>
              <a:defRPr sz="27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743" indent="0">
              <a:buNone/>
              <a:defRPr sz="1099"/>
            </a:lvl2pPr>
            <a:lvl3pPr marL="1371486" indent="0">
              <a:buNone/>
              <a:defRPr sz="1050"/>
            </a:lvl3pPr>
            <a:lvl4pPr marL="2057229" indent="0">
              <a:buNone/>
              <a:defRPr sz="1000"/>
            </a:lvl4pPr>
            <a:lvl5pPr marL="2742971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0206F3E3-C9BB-F3F6-BFA2-16BCF99BF81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008863" y="7463031"/>
            <a:ext cx="4747827" cy="1492465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r">
              <a:buNone/>
              <a:defRPr sz="2400" b="0">
                <a:latin typeface="+mn-lt"/>
              </a:defRPr>
            </a:lvl1pPr>
            <a:lvl2pPr marL="685743" indent="0">
              <a:buNone/>
              <a:defRPr sz="1099"/>
            </a:lvl2pPr>
            <a:lvl3pPr marL="1371486" indent="0">
              <a:buNone/>
              <a:defRPr sz="1050"/>
            </a:lvl3pPr>
            <a:lvl4pPr marL="2057229" indent="0">
              <a:buNone/>
              <a:defRPr sz="1000"/>
            </a:lvl4pPr>
            <a:lvl5pPr marL="2742971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4" name="Text Placeholder 29">
            <a:extLst>
              <a:ext uri="{FF2B5EF4-FFF2-40B4-BE49-F238E27FC236}">
                <a16:creationId xmlns:a16="http://schemas.microsoft.com/office/drawing/2014/main" id="{C758637B-2B37-289A-2F1E-80486EC83B8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1853986" y="6780322"/>
            <a:ext cx="4747824" cy="570917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27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743" indent="0">
              <a:buNone/>
              <a:defRPr sz="1099"/>
            </a:lvl2pPr>
            <a:lvl3pPr marL="1371486" indent="0">
              <a:buNone/>
              <a:defRPr sz="1050"/>
            </a:lvl3pPr>
            <a:lvl4pPr marL="2057229" indent="0">
              <a:buNone/>
              <a:defRPr sz="1000"/>
            </a:lvl4pPr>
            <a:lvl5pPr marL="2742971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8913713B-7E16-6FBF-9995-3573671A6B4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1853984" y="7459222"/>
            <a:ext cx="4747827" cy="1492465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2400" b="0">
                <a:latin typeface="+mn-lt"/>
              </a:defRPr>
            </a:lvl1pPr>
            <a:lvl2pPr marL="685743" indent="0">
              <a:buNone/>
              <a:defRPr sz="1099"/>
            </a:lvl2pPr>
            <a:lvl3pPr marL="1371486" indent="0">
              <a:buNone/>
              <a:defRPr sz="1050"/>
            </a:lvl3pPr>
            <a:lvl4pPr marL="2057229" indent="0">
              <a:buNone/>
              <a:defRPr sz="1000"/>
            </a:lvl4pPr>
            <a:lvl5pPr marL="2742971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84E32545-377D-6710-AA43-E9A54D6948B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83598" y="2609976"/>
            <a:ext cx="4090596" cy="664111"/>
          </a:xfrm>
        </p:spPr>
        <p:txBody>
          <a:bodyPr anchor="ctr">
            <a:noAutofit/>
          </a:bodyPr>
          <a:lstStyle>
            <a:lvl1pPr marL="0" indent="0" algn="ctr">
              <a:buNone/>
              <a:defRPr sz="7199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A05481B2-9222-E338-8868-A718B8EE7D9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1853984" y="5842927"/>
            <a:ext cx="3643314" cy="829411"/>
          </a:xfrm>
        </p:spPr>
        <p:txBody>
          <a:bodyPr anchor="ctr">
            <a:noAutofit/>
          </a:bodyPr>
          <a:lstStyle>
            <a:lvl1pPr marL="0" indent="0" algn="l">
              <a:buNone/>
              <a:defRPr sz="5999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BC85FE8-BEA6-2D5E-578F-224397A5F15E}"/>
              </a:ext>
            </a:extLst>
          </p:cNvPr>
          <p:cNvCxnSpPr>
            <a:cxnSpLocks/>
            <a:stCxn id="16" idx="0"/>
            <a:endCxn id="21" idx="2"/>
          </p:cNvCxnSpPr>
          <p:nvPr userDrawn="1"/>
        </p:nvCxnSpPr>
        <p:spPr>
          <a:xfrm flipV="1">
            <a:off x="8628896" y="4876273"/>
            <a:ext cx="0" cy="2666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10">
            <a:extLst>
              <a:ext uri="{FF2B5EF4-FFF2-40B4-BE49-F238E27FC236}">
                <a16:creationId xmlns:a16="http://schemas.microsoft.com/office/drawing/2014/main" id="{36D8684F-508C-B4D4-D86C-08453E961081}"/>
              </a:ext>
            </a:extLst>
          </p:cNvPr>
          <p:cNvCxnSpPr>
            <a:cxnSpLocks/>
            <a:stCxn id="19" idx="3"/>
            <a:endCxn id="17" idx="2"/>
          </p:cNvCxnSpPr>
          <p:nvPr userDrawn="1"/>
        </p:nvCxnSpPr>
        <p:spPr>
          <a:xfrm>
            <a:off x="5756690" y="6261443"/>
            <a:ext cx="1035984" cy="123765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12">
            <a:extLst>
              <a:ext uri="{FF2B5EF4-FFF2-40B4-BE49-F238E27FC236}">
                <a16:creationId xmlns:a16="http://schemas.microsoft.com/office/drawing/2014/main" id="{D8F3943F-A926-AAE9-892C-D0865CF825D3}"/>
              </a:ext>
            </a:extLst>
          </p:cNvPr>
          <p:cNvCxnSpPr>
            <a:cxnSpLocks/>
            <a:stCxn id="18" idx="6"/>
            <a:endCxn id="27" idx="1"/>
          </p:cNvCxnSpPr>
          <p:nvPr userDrawn="1"/>
        </p:nvCxnSpPr>
        <p:spPr>
          <a:xfrm flipV="1">
            <a:off x="10212194" y="6257634"/>
            <a:ext cx="1641791" cy="151142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7518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21" Type="http://schemas.openxmlformats.org/officeDocument/2006/relationships/slideLayout" Target="../slideLayouts/slideLayout35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slideLayout" Target="../slideLayouts/slideLayout39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slideLayout" Target="../slideLayouts/slideLayout3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4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slideLayout" Target="../slideLayouts/slideLayout71.xml"/><Relationship Id="rId39" Type="http://schemas.openxmlformats.org/officeDocument/2006/relationships/slideLayout" Target="../slideLayouts/slideLayout84.xml"/><Relationship Id="rId21" Type="http://schemas.openxmlformats.org/officeDocument/2006/relationships/slideLayout" Target="../slideLayouts/slideLayout66.xml"/><Relationship Id="rId34" Type="http://schemas.openxmlformats.org/officeDocument/2006/relationships/slideLayout" Target="../slideLayouts/slideLayout79.xml"/><Relationship Id="rId42" Type="http://schemas.openxmlformats.org/officeDocument/2006/relationships/slideLayout" Target="../slideLayouts/slideLayout87.xml"/><Relationship Id="rId47" Type="http://schemas.openxmlformats.org/officeDocument/2006/relationships/slideLayout" Target="../slideLayouts/slideLayout92.xml"/><Relationship Id="rId50" Type="http://schemas.openxmlformats.org/officeDocument/2006/relationships/slideLayout" Target="../slideLayouts/slideLayout95.xml"/><Relationship Id="rId7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9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32" Type="http://schemas.openxmlformats.org/officeDocument/2006/relationships/slideLayout" Target="../slideLayouts/slideLayout77.xml"/><Relationship Id="rId37" Type="http://schemas.openxmlformats.org/officeDocument/2006/relationships/slideLayout" Target="../slideLayouts/slideLayout82.xml"/><Relationship Id="rId40" Type="http://schemas.openxmlformats.org/officeDocument/2006/relationships/slideLayout" Target="../slideLayouts/slideLayout85.xml"/><Relationship Id="rId45" Type="http://schemas.openxmlformats.org/officeDocument/2006/relationships/slideLayout" Target="../slideLayouts/slideLayout90.xml"/><Relationship Id="rId53" Type="http://schemas.openxmlformats.org/officeDocument/2006/relationships/image" Target="../media/image5.jpeg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31" Type="http://schemas.openxmlformats.org/officeDocument/2006/relationships/slideLayout" Target="../slideLayouts/slideLayout76.xml"/><Relationship Id="rId44" Type="http://schemas.openxmlformats.org/officeDocument/2006/relationships/slideLayout" Target="../slideLayouts/slideLayout89.xml"/><Relationship Id="rId52" Type="http://schemas.openxmlformats.org/officeDocument/2006/relationships/theme" Target="../theme/theme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Relationship Id="rId27" Type="http://schemas.openxmlformats.org/officeDocument/2006/relationships/slideLayout" Target="../slideLayouts/slideLayout72.xml"/><Relationship Id="rId30" Type="http://schemas.openxmlformats.org/officeDocument/2006/relationships/slideLayout" Target="../slideLayouts/slideLayout75.xml"/><Relationship Id="rId35" Type="http://schemas.openxmlformats.org/officeDocument/2006/relationships/slideLayout" Target="../slideLayouts/slideLayout80.xml"/><Relationship Id="rId43" Type="http://schemas.openxmlformats.org/officeDocument/2006/relationships/slideLayout" Target="../slideLayouts/slideLayout88.xml"/><Relationship Id="rId48" Type="http://schemas.openxmlformats.org/officeDocument/2006/relationships/slideLayout" Target="../slideLayouts/slideLayout93.xml"/><Relationship Id="rId8" Type="http://schemas.openxmlformats.org/officeDocument/2006/relationships/slideLayout" Target="../slideLayouts/slideLayout53.xml"/><Relationship Id="rId51" Type="http://schemas.openxmlformats.org/officeDocument/2006/relationships/slideLayout" Target="../slideLayouts/slideLayout96.xml"/><Relationship Id="rId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33" Type="http://schemas.openxmlformats.org/officeDocument/2006/relationships/slideLayout" Target="../slideLayouts/slideLayout78.xml"/><Relationship Id="rId38" Type="http://schemas.openxmlformats.org/officeDocument/2006/relationships/slideLayout" Target="../slideLayouts/slideLayout83.xml"/><Relationship Id="rId46" Type="http://schemas.openxmlformats.org/officeDocument/2006/relationships/slideLayout" Target="../slideLayouts/slideLayout91.xml"/><Relationship Id="rId20" Type="http://schemas.openxmlformats.org/officeDocument/2006/relationships/slideLayout" Target="../slideLayouts/slideLayout65.xml"/><Relationship Id="rId41" Type="http://schemas.openxmlformats.org/officeDocument/2006/relationships/slideLayout" Target="../slideLayouts/slideLayout86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73.xml"/><Relationship Id="rId36" Type="http://schemas.openxmlformats.org/officeDocument/2006/relationships/slideLayout" Target="../slideLayouts/slideLayout81.xml"/><Relationship Id="rId49" Type="http://schemas.openxmlformats.org/officeDocument/2006/relationships/slideLayout" Target="../slideLayouts/slideLayout9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3213" y="348343"/>
            <a:ext cx="17336022" cy="1280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 dirty="0"/>
              <a:t>Master Title Configuration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3213" y="2041742"/>
            <a:ext cx="17336022" cy="7222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 dirty="0"/>
              <a:t>Master Text Configuration</a:t>
            </a:r>
            <a:endParaRPr lang="ja-JP" alt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82811"/>
            <a:ext cx="6172200" cy="5476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110868" y="9600055"/>
            <a:ext cx="1176775" cy="4890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2"/>
                </a:solidFill>
              </a:defRPr>
            </a:lvl1pPr>
          </a:lstStyle>
          <a:p>
            <a:fld id="{03EB59E2-90B9-4CD3-AC74-D672227E13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7157699" y="9516491"/>
            <a:ext cx="1129945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009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30" r:id="rId2"/>
    <p:sldLayoutId id="2147483727" r:id="rId3"/>
    <p:sldLayoutId id="2147483733" r:id="rId4"/>
    <p:sldLayoutId id="2147483729" r:id="rId5"/>
    <p:sldLayoutId id="2147483732" r:id="rId6"/>
    <p:sldLayoutId id="2147483734" r:id="rId7"/>
    <p:sldLayoutId id="2147483752" r:id="rId8"/>
    <p:sldLayoutId id="2147483753" r:id="rId9"/>
    <p:sldLayoutId id="2147483750" r:id="rId10"/>
    <p:sldLayoutId id="2147483771" r:id="rId11"/>
    <p:sldLayoutId id="2147483772" r:id="rId12"/>
    <p:sldLayoutId id="2147483774" r:id="rId13"/>
    <p:sldLayoutId id="2147483776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</p:bldLst>
  </p:timing>
  <p:hf hdr="0" dt="0"/>
  <p:txStyles>
    <p:titleStyle>
      <a:lvl1pPr algn="ctr" defTabSz="1371417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371417" rtl="0" eaLnBrk="1" latinLnBrk="0" hangingPunct="1">
        <a:lnSpc>
          <a:spcPct val="130000"/>
        </a:lnSpc>
        <a:spcBef>
          <a:spcPts val="1200"/>
        </a:spcBef>
        <a:buFontTx/>
        <a:buNone/>
        <a:defRPr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685709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17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26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5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397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106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814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523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9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17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26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4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43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51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60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68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3213" y="348343"/>
            <a:ext cx="17336022" cy="1280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 dirty="0"/>
              <a:t>Master Title Configuration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3213" y="2041742"/>
            <a:ext cx="17336022" cy="7222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 dirty="0"/>
              <a:t>Master Text Configuration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7005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810" r:id="rId2"/>
    <p:sldLayoutId id="2147483898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68" r:id="rId10"/>
    <p:sldLayoutId id="2147483769" r:id="rId11"/>
    <p:sldLayoutId id="2147483778" r:id="rId12"/>
    <p:sldLayoutId id="2147483779" r:id="rId13"/>
    <p:sldLayoutId id="2147483802" r:id="rId14"/>
    <p:sldLayoutId id="2147483807" r:id="rId15"/>
    <p:sldLayoutId id="2147483907" r:id="rId16"/>
    <p:sldLayoutId id="2147483909" r:id="rId17"/>
    <p:sldLayoutId id="2147483910" r:id="rId18"/>
    <p:sldLayoutId id="2147483912" r:id="rId19"/>
    <p:sldLayoutId id="2147483913" r:id="rId20"/>
    <p:sldLayoutId id="2147483914" r:id="rId21"/>
    <p:sldLayoutId id="2147483915" r:id="rId22"/>
    <p:sldLayoutId id="2147483917" r:id="rId23"/>
    <p:sldLayoutId id="2147483918" r:id="rId24"/>
    <p:sldLayoutId id="2147483919" r:id="rId25"/>
  </p:sldLayoutIdLst>
  <p:hf hdr="0" dt="0"/>
  <p:txStyles>
    <p:titleStyle>
      <a:lvl1pPr algn="ctr" defTabSz="1371417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371417" rtl="0" eaLnBrk="1" latinLnBrk="0" hangingPunct="1">
        <a:lnSpc>
          <a:spcPct val="130000"/>
        </a:lnSpc>
        <a:spcBef>
          <a:spcPts val="1200"/>
        </a:spcBef>
        <a:buFontTx/>
        <a:buNone/>
        <a:defRPr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685709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17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26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5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397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106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814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523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9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17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26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4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43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51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60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68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3213" y="348343"/>
            <a:ext cx="17336022" cy="1280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 dirty="0"/>
              <a:t>Master Title Configuration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3213" y="2041742"/>
            <a:ext cx="17336022" cy="7222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 dirty="0"/>
              <a:t>Master Text Configuration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8310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64" r:id="rId2"/>
    <p:sldLayoutId id="2147483804" r:id="rId3"/>
    <p:sldLayoutId id="2147483808" r:id="rId4"/>
  </p:sldLayoutIdLst>
  <p:hf hdr="0" dt="0"/>
  <p:txStyles>
    <p:titleStyle>
      <a:lvl1pPr algn="ctr" defTabSz="1371417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371417" rtl="0" eaLnBrk="1" latinLnBrk="0" hangingPunct="1">
        <a:lnSpc>
          <a:spcPct val="130000"/>
        </a:lnSpc>
        <a:spcBef>
          <a:spcPts val="1200"/>
        </a:spcBef>
        <a:buFontTx/>
        <a:buNone/>
        <a:defRPr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685709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17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26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5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397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106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814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523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9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17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26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4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43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51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60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68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7447" y="348343"/>
            <a:ext cx="8361787" cy="1280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 dirty="0"/>
              <a:t>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3213" y="2041742"/>
            <a:ext cx="17336022" cy="7222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 dirty="0"/>
              <a:t>Master Text Configuration</a:t>
            </a:r>
            <a:endParaRPr lang="ja-JP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82811"/>
            <a:ext cx="6172200" cy="5476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110868" y="9600055"/>
            <a:ext cx="1176775" cy="4890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2"/>
                </a:solidFill>
              </a:defRPr>
            </a:lvl1pPr>
          </a:lstStyle>
          <a:p>
            <a:fld id="{03EB59E2-90B9-4CD3-AC74-D672227E13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正方形/長方形 3"/>
          <p:cNvSpPr/>
          <p:nvPr userDrawn="1"/>
        </p:nvSpPr>
        <p:spPr>
          <a:xfrm>
            <a:off x="9579668" y="1543675"/>
            <a:ext cx="648072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10215040" y="1543675"/>
            <a:ext cx="648072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10851588" y="1543675"/>
            <a:ext cx="648072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/>
          <p:cNvSpPr/>
          <p:nvPr userDrawn="1"/>
        </p:nvSpPr>
        <p:spPr>
          <a:xfrm>
            <a:off x="17157699" y="9516491"/>
            <a:ext cx="1129945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7151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67" r:id="rId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4" grpId="0" animBg="1"/>
      <p:bldP spid="8" grpId="0" animBg="1"/>
      <p:bldP spid="9" grpId="0" animBg="1"/>
      <p:bldP spid="19" grpId="0" animBg="1"/>
    </p:bldLst>
  </p:timing>
  <p:hf hdr="0" dt="0"/>
  <p:txStyles>
    <p:titleStyle>
      <a:lvl1pPr algn="l" defTabSz="1371417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371417" rtl="0" eaLnBrk="1" latinLnBrk="0" hangingPunct="1">
        <a:lnSpc>
          <a:spcPct val="130000"/>
        </a:lnSpc>
        <a:spcBef>
          <a:spcPts val="1200"/>
        </a:spcBef>
        <a:buFontTx/>
        <a:buNone/>
        <a:defRPr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685709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17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26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5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397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106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814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523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9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17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26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4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43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51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60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68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9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 hidden="1">
            <a:extLst>
              <a:ext uri="{FF2B5EF4-FFF2-40B4-BE49-F238E27FC236}">
                <a16:creationId xmlns:a16="http://schemas.microsoft.com/office/drawing/2014/main" id="{2B8E0697-403D-D5C2-0A51-9FA66EA1B72A}"/>
              </a:ext>
            </a:extLst>
          </p:cNvPr>
          <p:cNvGrpSpPr/>
          <p:nvPr userDrawn="1"/>
        </p:nvGrpSpPr>
        <p:grpSpPr>
          <a:xfrm>
            <a:off x="0" y="0"/>
            <a:ext cx="18288000" cy="10285413"/>
            <a:chOff x="0" y="0"/>
            <a:chExt cx="12192000" cy="6858000"/>
          </a:xfrm>
        </p:grpSpPr>
        <p:grpSp>
          <p:nvGrpSpPr>
            <p:cNvPr id="5" name="Group 4" hidden="1">
              <a:extLst>
                <a:ext uri="{FF2B5EF4-FFF2-40B4-BE49-F238E27FC236}">
                  <a16:creationId xmlns:a16="http://schemas.microsoft.com/office/drawing/2014/main" id="{86F42B89-FE7C-D214-D9AE-FB7CA0DF9F80}"/>
                </a:ext>
              </a:extLst>
            </p:cNvPr>
            <p:cNvGrpSpPr/>
            <p:nvPr userDrawn="1"/>
          </p:nvGrpSpPr>
          <p:grpSpPr>
            <a:xfrm>
              <a:off x="0" y="0"/>
              <a:ext cx="12192000" cy="6858000"/>
              <a:chOff x="0" y="0"/>
              <a:chExt cx="5166360" cy="6858000"/>
            </a:xfrm>
            <a:noFill/>
          </p:grpSpPr>
          <p:sp>
            <p:nvSpPr>
              <p:cNvPr id="7" name="Rectangle 6" hidden="1">
                <a:extLst>
                  <a:ext uri="{FF2B5EF4-FFF2-40B4-BE49-F238E27FC236}">
                    <a16:creationId xmlns:a16="http://schemas.microsoft.com/office/drawing/2014/main" id="{6CC6AFB1-B75B-D588-7378-CBD591940046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700"/>
              </a:p>
            </p:txBody>
          </p:sp>
          <p:sp>
            <p:nvSpPr>
              <p:cNvPr id="13" name="Rectangle 7" hidden="1">
                <a:extLst>
                  <a:ext uri="{FF2B5EF4-FFF2-40B4-BE49-F238E27FC236}">
                    <a16:creationId xmlns:a16="http://schemas.microsoft.com/office/drawing/2014/main" id="{F3DDA3D8-2647-1660-E9D3-9427081EDFEB}"/>
                  </a:ext>
                </a:extLst>
              </p:cNvPr>
              <p:cNvSpPr/>
              <p:nvPr userDrawn="1"/>
            </p:nvSpPr>
            <p:spPr>
              <a:xfrm>
                <a:off x="86106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700"/>
              </a:p>
            </p:txBody>
          </p:sp>
          <p:sp>
            <p:nvSpPr>
              <p:cNvPr id="9" name="Rectangle 8" hidden="1">
                <a:extLst>
                  <a:ext uri="{FF2B5EF4-FFF2-40B4-BE49-F238E27FC236}">
                    <a16:creationId xmlns:a16="http://schemas.microsoft.com/office/drawing/2014/main" id="{71828DF8-3249-0C29-D169-015E44C92D46}"/>
                  </a:ext>
                </a:extLst>
              </p:cNvPr>
              <p:cNvSpPr/>
              <p:nvPr userDrawn="1"/>
            </p:nvSpPr>
            <p:spPr>
              <a:xfrm>
                <a:off x="172212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700"/>
              </a:p>
            </p:txBody>
          </p:sp>
          <p:sp>
            <p:nvSpPr>
              <p:cNvPr id="10" name="Rectangle 9" hidden="1">
                <a:extLst>
                  <a:ext uri="{FF2B5EF4-FFF2-40B4-BE49-F238E27FC236}">
                    <a16:creationId xmlns:a16="http://schemas.microsoft.com/office/drawing/2014/main" id="{267F813C-78EB-7AC8-FC45-4F562779C48F}"/>
                  </a:ext>
                </a:extLst>
              </p:cNvPr>
              <p:cNvSpPr/>
              <p:nvPr userDrawn="1"/>
            </p:nvSpPr>
            <p:spPr>
              <a:xfrm>
                <a:off x="258318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700"/>
              </a:p>
            </p:txBody>
          </p:sp>
          <p:sp>
            <p:nvSpPr>
              <p:cNvPr id="11" name="Rectangle 10" hidden="1">
                <a:extLst>
                  <a:ext uri="{FF2B5EF4-FFF2-40B4-BE49-F238E27FC236}">
                    <a16:creationId xmlns:a16="http://schemas.microsoft.com/office/drawing/2014/main" id="{B324A7B6-279A-79F0-ABCB-3E16D381375E}"/>
                  </a:ext>
                </a:extLst>
              </p:cNvPr>
              <p:cNvSpPr/>
              <p:nvPr userDrawn="1"/>
            </p:nvSpPr>
            <p:spPr>
              <a:xfrm>
                <a:off x="344424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700"/>
              </a:p>
            </p:txBody>
          </p:sp>
          <p:sp>
            <p:nvSpPr>
              <p:cNvPr id="12" name="Rectangle 11" hidden="1">
                <a:extLst>
                  <a:ext uri="{FF2B5EF4-FFF2-40B4-BE49-F238E27FC236}">
                    <a16:creationId xmlns:a16="http://schemas.microsoft.com/office/drawing/2014/main" id="{1526923E-7413-7340-99E3-DA0A4840EBD8}"/>
                  </a:ext>
                </a:extLst>
              </p:cNvPr>
              <p:cNvSpPr/>
              <p:nvPr userDrawn="1"/>
            </p:nvSpPr>
            <p:spPr>
              <a:xfrm>
                <a:off x="430530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700"/>
              </a:p>
            </p:txBody>
          </p:sp>
        </p:grpSp>
        <p:sp>
          <p:nvSpPr>
            <p:cNvPr id="6" name="Frame 5" hidden="1">
              <a:extLst>
                <a:ext uri="{FF2B5EF4-FFF2-40B4-BE49-F238E27FC236}">
                  <a16:creationId xmlns:a16="http://schemas.microsoft.com/office/drawing/2014/main" id="{FDF64820-FEB4-D058-0017-D1278CF90449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frame">
              <a:avLst>
                <a:gd name="adj1" fmla="val 861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70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ECAB1D-7C61-B1A0-AB2C-B508F7890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3" y="823786"/>
            <a:ext cx="16635414" cy="19880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98A34-8A43-A6AC-9593-C4AE4F032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6293" y="2811824"/>
            <a:ext cx="16635414" cy="66498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Click to edit Master text styles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E88FD4-43FA-F80D-DA99-3B57A0B99735}"/>
              </a:ext>
            </a:extLst>
          </p:cNvPr>
          <p:cNvPicPr>
            <a:picLocks noChangeAspect="1"/>
          </p:cNvPicPr>
          <p:nvPr userDrawn="1"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5302" y="9564323"/>
            <a:ext cx="3814763" cy="68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867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880" r:id="rId2"/>
    <p:sldLayoutId id="2147483881" r:id="rId3"/>
    <p:sldLayoutId id="2147483857" r:id="rId4"/>
    <p:sldLayoutId id="2147483882" r:id="rId5"/>
    <p:sldLayoutId id="2147483883" r:id="rId6"/>
    <p:sldLayoutId id="2147483817" r:id="rId7"/>
    <p:sldLayoutId id="2147483875" r:id="rId8"/>
    <p:sldLayoutId id="2147483868" r:id="rId9"/>
    <p:sldLayoutId id="2147483886" r:id="rId10"/>
    <p:sldLayoutId id="2147483887" r:id="rId11"/>
    <p:sldLayoutId id="2147483874" r:id="rId12"/>
    <p:sldLayoutId id="2147483873" r:id="rId13"/>
    <p:sldLayoutId id="2147483872" r:id="rId14"/>
    <p:sldLayoutId id="2147483884" r:id="rId15"/>
    <p:sldLayoutId id="2147483885" r:id="rId16"/>
    <p:sldLayoutId id="2147483888" r:id="rId17"/>
    <p:sldLayoutId id="2147483889" r:id="rId18"/>
    <p:sldLayoutId id="2147483890" r:id="rId19"/>
    <p:sldLayoutId id="2147483891" r:id="rId20"/>
    <p:sldLayoutId id="2147483892" r:id="rId21"/>
    <p:sldLayoutId id="2147483893" r:id="rId22"/>
    <p:sldLayoutId id="2147483805" r:id="rId23"/>
    <p:sldLayoutId id="2147483814" r:id="rId24"/>
    <p:sldLayoutId id="2147483858" r:id="rId25"/>
    <p:sldLayoutId id="2147483850" r:id="rId26"/>
    <p:sldLayoutId id="2147483834" r:id="rId27"/>
    <p:sldLayoutId id="2147483809" r:id="rId28"/>
    <p:sldLayoutId id="2147483894" r:id="rId29"/>
    <p:sldLayoutId id="2147483811" r:id="rId30"/>
    <p:sldLayoutId id="2147483851" r:id="rId31"/>
    <p:sldLayoutId id="2147483869" r:id="rId32"/>
    <p:sldLayoutId id="2147483895" r:id="rId33"/>
    <p:sldLayoutId id="2147483852" r:id="rId34"/>
    <p:sldLayoutId id="2147483853" r:id="rId35"/>
    <p:sldLayoutId id="2147483854" r:id="rId36"/>
    <p:sldLayoutId id="2147483855" r:id="rId37"/>
    <p:sldLayoutId id="2147483870" r:id="rId38"/>
    <p:sldLayoutId id="2147483871" r:id="rId39"/>
    <p:sldLayoutId id="2147483864" r:id="rId40"/>
    <p:sldLayoutId id="2147483865" r:id="rId41"/>
    <p:sldLayoutId id="2147483866" r:id="rId42"/>
    <p:sldLayoutId id="2147483867" r:id="rId43"/>
    <p:sldLayoutId id="2147483876" r:id="rId44"/>
    <p:sldLayoutId id="2147483877" r:id="rId45"/>
    <p:sldLayoutId id="2147483878" r:id="rId46"/>
    <p:sldLayoutId id="2147483879" r:id="rId47"/>
    <p:sldLayoutId id="2147483859" r:id="rId48"/>
    <p:sldLayoutId id="2147483860" r:id="rId49"/>
    <p:sldLayoutId id="2147483896" r:id="rId50"/>
    <p:sldLayoutId id="2147483897" r:id="rId5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indent="0" algn="l" defTabSz="914377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indent="0" algn="l" defTabSz="914377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indent="0" algn="l" defTabSz="914377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5" indent="0" algn="l" defTabSz="914377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  <p15:guide id="3" orient="horz" pos="552" userDrawn="1">
          <p15:clr>
            <a:srgbClr val="F26B43"/>
          </p15:clr>
        </p15:guide>
        <p15:guide id="4" pos="555" userDrawn="1">
          <p15:clr>
            <a:srgbClr val="F26B43"/>
          </p15:clr>
        </p15:guide>
        <p15:guide id="5" pos="10965" userDrawn="1">
          <p15:clr>
            <a:srgbClr val="F26B43"/>
          </p15:clr>
        </p15:guide>
        <p15:guide id="6" orient="horz" pos="5927" userDrawn="1">
          <p15:clr>
            <a:srgbClr val="F26B43"/>
          </p15:clr>
        </p15:guide>
        <p15:guide id="7" pos="1916" userDrawn="1">
          <p15:clr>
            <a:srgbClr val="F26B43"/>
          </p15:clr>
        </p15:guide>
        <p15:guide id="8" pos="3855" userDrawn="1">
          <p15:clr>
            <a:srgbClr val="F26B43"/>
          </p15:clr>
        </p15:guide>
        <p15:guide id="9" pos="7665" userDrawn="1">
          <p15:clr>
            <a:srgbClr val="F26B43"/>
          </p15:clr>
        </p15:guide>
        <p15:guide id="10" pos="960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6.pn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9.xml"/><Relationship Id="rId5" Type="http://schemas.openxmlformats.org/officeDocument/2006/relationships/image" Target="../media/image6.png"/><Relationship Id="rId4" Type="http://schemas.openxmlformats.org/officeDocument/2006/relationships/image" Target="../media/image1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/>
          <p:cNvSpPr>
            <a:spLocks noGrp="1"/>
          </p:cNvSpPr>
          <p:nvPr>
            <p:ph type="title"/>
          </p:nvPr>
        </p:nvSpPr>
        <p:spPr>
          <a:xfrm>
            <a:off x="475989" y="350017"/>
            <a:ext cx="17336022" cy="3244083"/>
          </a:xfrm>
        </p:spPr>
        <p:txBody>
          <a:bodyPr>
            <a:noAutofit/>
          </a:bodyPr>
          <a:lstStyle/>
          <a:p>
            <a:r>
              <a:rPr kumimoji="1" lang="en-US" altLang="ja-JP" sz="4000" dirty="0"/>
              <a:t> - TOPIK DALAM AUDIT SISTEM-</a:t>
            </a:r>
            <a:br>
              <a:rPr kumimoji="1" lang="en-US" altLang="ja-JP" sz="4000" dirty="0"/>
            </a:br>
            <a:br>
              <a:rPr kumimoji="1" lang="en-US" altLang="ja-JP" sz="4400" dirty="0"/>
            </a:br>
            <a:r>
              <a:rPr kumimoji="1" lang="en-US" altLang="ja-JP" sz="4800" dirty="0">
                <a:solidFill>
                  <a:srgbClr val="1694B2"/>
                </a:solidFill>
              </a:rPr>
              <a:t>I</a:t>
            </a:r>
            <a:r>
              <a:rPr kumimoji="1" lang="en-US" altLang="ja-JP" sz="4800" dirty="0">
                <a:solidFill>
                  <a:srgbClr val="DD4A42"/>
                </a:solidFill>
              </a:rPr>
              <a:t>|</a:t>
            </a:r>
            <a:r>
              <a:rPr kumimoji="1" lang="en-US" altLang="ja-JP" sz="4800" dirty="0">
                <a:solidFill>
                  <a:srgbClr val="556272"/>
                </a:solidFill>
              </a:rPr>
              <a:t>I</a:t>
            </a:r>
            <a:br>
              <a:rPr kumimoji="1" lang="en-US" altLang="ja-JP" sz="4000" dirty="0"/>
            </a:br>
            <a:endParaRPr kumimoji="1" lang="ja-JP" altLang="en-US" sz="4400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>
          <a:xfrm>
            <a:off x="3200400" y="5142706"/>
            <a:ext cx="11887200" cy="3658394"/>
          </a:xfrm>
        </p:spPr>
        <p:txBody>
          <a:bodyPr/>
          <a:lstStyle/>
          <a:p>
            <a:pPr>
              <a:spcBef>
                <a:spcPts val="100"/>
              </a:spcBef>
            </a:pPr>
            <a:endParaRPr kumimoji="1" lang="en-US" altLang="ja-JP" b="1" dirty="0"/>
          </a:p>
          <a:p>
            <a:pPr>
              <a:spcBef>
                <a:spcPts val="100"/>
              </a:spcBef>
            </a:pPr>
            <a:endParaRPr kumimoji="1" lang="en-US" altLang="ja-JP" b="1" dirty="0"/>
          </a:p>
          <a:p>
            <a:pPr>
              <a:spcBef>
                <a:spcPts val="100"/>
              </a:spcBef>
            </a:pPr>
            <a:r>
              <a:rPr kumimoji="1" lang="en-US" altLang="ja-JP" sz="3200" b="1" dirty="0"/>
              <a:t>“Graph-Based Behavioral Anomaly Detection for Active Directory Administrator Activity Using Isolation Forest and Multi-Method Score Fusion"</a:t>
            </a:r>
          </a:p>
          <a:p>
            <a:pPr>
              <a:spcBef>
                <a:spcPts val="100"/>
              </a:spcBef>
            </a:pPr>
            <a:endParaRPr lang="en-US" altLang="en-US" sz="2400" dirty="0">
              <a:latin typeface="Verdana" panose="020B0604030504040204" pitchFamily="34" charset="0"/>
            </a:endParaRPr>
          </a:p>
          <a:p>
            <a:pPr>
              <a:spcBef>
                <a:spcPts val="100"/>
              </a:spcBef>
            </a:pPr>
            <a:endParaRPr lang="en-US" altLang="en-US" sz="2400" dirty="0">
              <a:latin typeface="Verdana" panose="020B0604030504040204" pitchFamily="34" charset="0"/>
            </a:endParaRPr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2"/>
          </p:nvPr>
        </p:nvSpPr>
        <p:spPr>
          <a:xfrm>
            <a:off x="2690948" y="8280400"/>
            <a:ext cx="12906103" cy="1654996"/>
          </a:xfrm>
        </p:spPr>
        <p:txBody>
          <a:bodyPr/>
          <a:lstStyle/>
          <a:p>
            <a:r>
              <a:rPr kumimoji="1" lang="en-US" altLang="ja-JP" dirty="0"/>
              <a:t>[ TDAS - 8 ]</a:t>
            </a:r>
          </a:p>
          <a:p>
            <a:r>
              <a:rPr kumimoji="1" lang="en-US" altLang="ja-JP" dirty="0"/>
              <a:t>ZOOM – 23 APRIL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4FC551-9F91-076C-6426-CAE19AF013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2285" y="-503623"/>
            <a:ext cx="1828804" cy="182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712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9314">
        <p:fade/>
      </p:transition>
    </mc:Choice>
    <mc:Fallback xmlns="">
      <p:transition spd="med" advTm="931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E180D4A7-C9FB-4DFB-919C-405C955672EB}">
      <p14:showEvtLst xmlns:p14="http://schemas.microsoft.com/office/powerpoint/2010/main">
        <p14:playEvt time="7609" objId="2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3496" y="2199935"/>
            <a:ext cx="11633884" cy="774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062"/>
              </a:lnSpc>
            </a:pPr>
            <a:r>
              <a:rPr lang="en-US" sz="4874" b="1" dirty="0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Executive Summary</a:t>
            </a:r>
            <a:endParaRPr lang="en-US" sz="4874" dirty="0"/>
          </a:p>
        </p:txBody>
      </p:sp>
      <p:sp>
        <p:nvSpPr>
          <p:cNvPr id="4" name="Shape 2"/>
          <p:cNvSpPr/>
          <p:nvPr/>
        </p:nvSpPr>
        <p:spPr>
          <a:xfrm>
            <a:off x="1988384" y="4281000"/>
            <a:ext cx="4222645" cy="3163598"/>
          </a:xfrm>
          <a:prstGeom prst="roundRect">
            <a:avLst>
              <a:gd name="adj" fmla="val 3293"/>
            </a:avLst>
          </a:prstGeom>
          <a:solidFill>
            <a:srgbClr val="FFFFFF"/>
          </a:solidFill>
          <a:ln w="22860">
            <a:solidFill>
              <a:srgbClr val="C2CDD5"/>
            </a:solidFill>
            <a:prstDash val="solid"/>
          </a:ln>
        </p:spPr>
        <p:txBody>
          <a:bodyPr/>
          <a:lstStyle/>
          <a:p>
            <a:endParaRPr lang="en-ID" sz="3374"/>
          </a:p>
        </p:txBody>
      </p:sp>
      <p:sp>
        <p:nvSpPr>
          <p:cNvPr id="5" name="Text 3"/>
          <p:cNvSpPr/>
          <p:nvPr/>
        </p:nvSpPr>
        <p:spPr>
          <a:xfrm>
            <a:off x="2264863" y="4514922"/>
            <a:ext cx="3669684" cy="38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437" b="1" dirty="0" err="1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Latar</a:t>
            </a:r>
            <a:r>
              <a:rPr lang="en-US" sz="2437" b="1" dirty="0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2437" b="1" dirty="0" err="1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Belakang</a:t>
            </a:r>
            <a:endParaRPr lang="en-US" sz="2437" dirty="0"/>
          </a:p>
        </p:txBody>
      </p:sp>
      <p:sp>
        <p:nvSpPr>
          <p:cNvPr id="6" name="Text 4"/>
          <p:cNvSpPr/>
          <p:nvPr/>
        </p:nvSpPr>
        <p:spPr>
          <a:xfrm>
            <a:off x="2264863" y="5069072"/>
            <a:ext cx="3669684" cy="158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25"/>
              </a:lnSpc>
            </a:pP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Active Directory (AD)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menjadi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pusat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pengelolaan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identitas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dan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akses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sehingga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menjadi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target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utama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serangan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seperti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APT dan privilege escalation.</a:t>
            </a:r>
            <a:endParaRPr lang="en-US" sz="1937" dirty="0"/>
          </a:p>
        </p:txBody>
      </p:sp>
      <p:sp>
        <p:nvSpPr>
          <p:cNvPr id="7" name="Shape 5"/>
          <p:cNvSpPr/>
          <p:nvPr/>
        </p:nvSpPr>
        <p:spPr>
          <a:xfrm>
            <a:off x="7032677" y="4281000"/>
            <a:ext cx="4222645" cy="3163598"/>
          </a:xfrm>
          <a:prstGeom prst="roundRect">
            <a:avLst>
              <a:gd name="adj" fmla="val 3293"/>
            </a:avLst>
          </a:prstGeom>
          <a:solidFill>
            <a:srgbClr val="FFFFFF"/>
          </a:solidFill>
          <a:ln w="22860">
            <a:solidFill>
              <a:srgbClr val="C2CDD5"/>
            </a:solidFill>
            <a:prstDash val="solid"/>
          </a:ln>
        </p:spPr>
        <p:txBody>
          <a:bodyPr/>
          <a:lstStyle/>
          <a:p>
            <a:endParaRPr lang="en-ID" sz="3374"/>
          </a:p>
        </p:txBody>
      </p:sp>
      <p:sp>
        <p:nvSpPr>
          <p:cNvPr id="8" name="Text 6"/>
          <p:cNvSpPr/>
          <p:nvPr/>
        </p:nvSpPr>
        <p:spPr>
          <a:xfrm>
            <a:off x="7309159" y="4557479"/>
            <a:ext cx="3100653" cy="38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437" b="1" dirty="0" err="1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Tujuan</a:t>
            </a:r>
            <a:endParaRPr lang="en-US" sz="2437" dirty="0"/>
          </a:p>
        </p:txBody>
      </p:sp>
      <p:sp>
        <p:nvSpPr>
          <p:cNvPr id="9" name="Text 7"/>
          <p:cNvSpPr/>
          <p:nvPr/>
        </p:nvSpPr>
        <p:spPr>
          <a:xfrm>
            <a:off x="7309158" y="5193027"/>
            <a:ext cx="3815848" cy="158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25"/>
              </a:lnSpc>
            </a:pP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Mengidentifikasi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anomali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perilaku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pada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akun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terutama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privileged)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menggunakan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pendekatan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berbasis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log dan machine learning.</a:t>
            </a:r>
            <a:endParaRPr lang="en-US" sz="1937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A8FB1C6-111A-2C6F-111B-62EC2C9BCF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2285" y="-503623"/>
            <a:ext cx="1828804" cy="1828804"/>
          </a:xfrm>
          <a:prstGeom prst="rect">
            <a:avLst/>
          </a:prstGeom>
        </p:spPr>
      </p:pic>
      <p:sp>
        <p:nvSpPr>
          <p:cNvPr id="14" name="Shape 5">
            <a:extLst>
              <a:ext uri="{FF2B5EF4-FFF2-40B4-BE49-F238E27FC236}">
                <a16:creationId xmlns:a16="http://schemas.microsoft.com/office/drawing/2014/main" id="{3567DAF6-8A9E-4742-B08F-C6205FD081DA}"/>
              </a:ext>
            </a:extLst>
          </p:cNvPr>
          <p:cNvSpPr/>
          <p:nvPr/>
        </p:nvSpPr>
        <p:spPr>
          <a:xfrm>
            <a:off x="12076970" y="4281000"/>
            <a:ext cx="4355141" cy="3163598"/>
          </a:xfrm>
          <a:prstGeom prst="roundRect">
            <a:avLst>
              <a:gd name="adj" fmla="val 3293"/>
            </a:avLst>
          </a:prstGeom>
          <a:solidFill>
            <a:srgbClr val="FFFFFF"/>
          </a:solidFill>
          <a:ln w="22860">
            <a:solidFill>
              <a:srgbClr val="C2CDD5"/>
            </a:solidFill>
            <a:prstDash val="solid"/>
          </a:ln>
        </p:spPr>
        <p:txBody>
          <a:bodyPr/>
          <a:lstStyle/>
          <a:p>
            <a:endParaRPr lang="en-ID" sz="3374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6B77BE0B-D362-D11A-B111-A3AC1D4811AB}"/>
              </a:ext>
            </a:extLst>
          </p:cNvPr>
          <p:cNvSpPr/>
          <p:nvPr/>
        </p:nvSpPr>
        <p:spPr>
          <a:xfrm>
            <a:off x="12353452" y="4557479"/>
            <a:ext cx="3100653" cy="38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437" b="1" dirty="0" err="1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Kontribusi</a:t>
            </a:r>
            <a:endParaRPr lang="en-US" sz="2437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A381ABB1-28F7-271A-EB89-961CD4EEF0AE}"/>
              </a:ext>
            </a:extLst>
          </p:cNvPr>
          <p:cNvSpPr/>
          <p:nvPr/>
        </p:nvSpPr>
        <p:spPr>
          <a:xfrm>
            <a:off x="12353450" y="5193027"/>
            <a:ext cx="4078661" cy="158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25"/>
              </a:lnSpc>
            </a:pP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Mengusulkan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pendekatan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hybrid anomaly detection (log + ML + behavioral analysis)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untuk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meningkatkan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akurasi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deteksi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dan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mengurangi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false positive.</a:t>
            </a:r>
            <a:endParaRPr lang="en-US" sz="1937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" y="-1"/>
            <a:ext cx="6856942" cy="102854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11845" y="3228375"/>
            <a:ext cx="7696947" cy="73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749"/>
              </a:lnSpc>
            </a:pPr>
            <a:r>
              <a:rPr lang="en-US" sz="4624" b="1" dirty="0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 Statement</a:t>
            </a:r>
            <a:endParaRPr lang="en-US" sz="4624" dirty="0"/>
          </a:p>
        </p:txBody>
      </p:sp>
      <p:sp>
        <p:nvSpPr>
          <p:cNvPr id="6" name="Text 2"/>
          <p:cNvSpPr/>
          <p:nvPr/>
        </p:nvSpPr>
        <p:spPr>
          <a:xfrm>
            <a:off x="7850437" y="3984854"/>
            <a:ext cx="2945598" cy="368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75"/>
              </a:lnSpc>
            </a:pPr>
            <a:endParaRPr lang="en-US" sz="2312" dirty="0"/>
          </a:p>
        </p:txBody>
      </p:sp>
      <p:sp>
        <p:nvSpPr>
          <p:cNvPr id="9" name="Text 4"/>
          <p:cNvSpPr/>
          <p:nvPr/>
        </p:nvSpPr>
        <p:spPr>
          <a:xfrm>
            <a:off x="7811845" y="4393530"/>
            <a:ext cx="8695764" cy="239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Serangan AD </a:t>
            </a:r>
            <a:r>
              <a:rPr lang="en-US" sz="2200" b="1" dirty="0" err="1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semakin</a:t>
            </a:r>
            <a:r>
              <a:rPr lang="en-US" sz="2200" b="1" dirty="0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2200" b="1" dirty="0" err="1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kompleks</a:t>
            </a:r>
            <a:r>
              <a:rPr lang="en-US" sz="2200" b="1" dirty="0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 dan </a:t>
            </a:r>
            <a:r>
              <a:rPr lang="en-US" sz="2200" b="1" dirty="0" err="1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sulit</a:t>
            </a:r>
            <a:r>
              <a:rPr lang="en-US" sz="2200" b="1" dirty="0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2200" b="1" dirty="0" err="1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dideteksi</a:t>
            </a:r>
            <a:endParaRPr lang="en-US" sz="2200" dirty="0">
              <a:latin typeface="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 err="1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Pendekatan</a:t>
            </a:r>
            <a:r>
              <a:rPr lang="en-US" sz="2200" b="1" dirty="0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 rule-based </a:t>
            </a:r>
            <a:r>
              <a:rPr lang="en-US" sz="2200" b="1" dirty="0" err="1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menghasilkan</a:t>
            </a:r>
            <a:r>
              <a:rPr lang="en-US" sz="2200" b="1" dirty="0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2200" b="1" dirty="0" err="1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banyak</a:t>
            </a:r>
            <a:r>
              <a:rPr lang="en-US" sz="2200" b="1" dirty="0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 false positive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Serangan </a:t>
            </a:r>
            <a:r>
              <a:rPr lang="en-US" sz="2200" b="1" dirty="0" err="1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seperti</a:t>
            </a:r>
            <a:r>
              <a:rPr lang="en-US" sz="2200" b="1" dirty="0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 low-and-slow dan </a:t>
            </a:r>
            <a:r>
              <a:rPr lang="en-US" sz="2200" b="1" dirty="0" err="1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Kerberoasting</a:t>
            </a:r>
            <a:r>
              <a:rPr lang="en-US" sz="2200" b="1" dirty="0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2200" b="1" dirty="0" err="1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sulit</a:t>
            </a:r>
            <a:r>
              <a:rPr lang="en-US" sz="2200" b="1" dirty="0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2200" b="1" dirty="0" err="1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terdeteksi</a:t>
            </a:r>
            <a:r>
              <a:rPr lang="en-US" sz="2200" b="1" dirty="0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 err="1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Kurangnya</a:t>
            </a:r>
            <a:r>
              <a:rPr lang="en-US" sz="2200" b="1" dirty="0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2200" b="1" dirty="0" err="1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konteks</a:t>
            </a:r>
            <a:r>
              <a:rPr lang="en-US" sz="2200" b="1" dirty="0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2200" b="1" dirty="0" err="1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perilaku</a:t>
            </a:r>
            <a:r>
              <a:rPr lang="en-US" sz="2200" b="1" dirty="0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 user </a:t>
            </a:r>
            <a:r>
              <a:rPr lang="en-US" sz="2200" b="1" dirty="0" err="1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dalam</a:t>
            </a:r>
            <a:r>
              <a:rPr lang="en-US" sz="2200" b="1" dirty="0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2200" b="1" dirty="0" err="1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sistem</a:t>
            </a:r>
            <a:r>
              <a:rPr lang="en-US" sz="2200" b="1" dirty="0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2200" b="1" dirty="0" err="1">
                <a:solidFill>
                  <a:srgbClr val="020E19"/>
                </a:solidFill>
                <a:latin typeface=""/>
                <a:ea typeface="Barlow Bold" pitchFamily="34" charset="-122"/>
                <a:cs typeface="Barlow Bold" pitchFamily="34" charset="-120"/>
              </a:rPr>
              <a:t>deteksi</a:t>
            </a:r>
            <a:endParaRPr lang="en-US" sz="2200" dirty="0">
              <a:latin typeface="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3D22DCB-6082-BA2C-992A-106EEAA34A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2285" y="-503623"/>
            <a:ext cx="1828804" cy="182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266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08638" y="1325181"/>
            <a:ext cx="6761409" cy="774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062"/>
              </a:lnSpc>
            </a:pPr>
            <a:r>
              <a:rPr lang="en-US" sz="4874" b="1" dirty="0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PAPER RUJUKAN</a:t>
            </a:r>
            <a:endParaRPr lang="en-US" sz="4874" dirty="0"/>
          </a:p>
        </p:txBody>
      </p:sp>
      <p:sp>
        <p:nvSpPr>
          <p:cNvPr id="12" name="Kotak Teks 11">
            <a:extLst>
              <a:ext uri="{FF2B5EF4-FFF2-40B4-BE49-F238E27FC236}">
                <a16:creationId xmlns:a16="http://schemas.microsoft.com/office/drawing/2014/main" id="{878F1243-C825-FA43-4169-3FE2572694F2}"/>
              </a:ext>
            </a:extLst>
          </p:cNvPr>
          <p:cNvSpPr txBox="1"/>
          <p:nvPr/>
        </p:nvSpPr>
        <p:spPr>
          <a:xfrm>
            <a:off x="808638" y="2302593"/>
            <a:ext cx="476474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dirty="0"/>
              <a:t>Tabel State </a:t>
            </a:r>
            <a:r>
              <a:rPr lang="id-ID" dirty="0" err="1"/>
              <a:t>of</a:t>
            </a:r>
            <a:r>
              <a:rPr lang="id-ID" dirty="0"/>
              <a:t> </a:t>
            </a:r>
            <a:r>
              <a:rPr lang="id-ID" dirty="0" err="1"/>
              <a:t>the</a:t>
            </a:r>
            <a:r>
              <a:rPr lang="id-ID" dirty="0"/>
              <a:t> Art (SOTA)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CBC8D4-DE60-C8BE-77A1-667BC6C90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358898"/>
              </p:ext>
            </p:extLst>
          </p:nvPr>
        </p:nvGraphicFramePr>
        <p:xfrm>
          <a:off x="2719449" y="3012858"/>
          <a:ext cx="13739748" cy="6933487"/>
        </p:xfrm>
        <a:graphic>
          <a:graphicData uri="http://schemas.openxmlformats.org/drawingml/2006/table">
            <a:tbl>
              <a:tblPr firstRow="1" firstCol="1" bandRow="1">
                <a:tableStyleId>{5FD0F851-EC5A-4D38-B0AD-8093EC10F338}</a:tableStyleId>
              </a:tblPr>
              <a:tblGrid>
                <a:gridCol w="3434937">
                  <a:extLst>
                    <a:ext uri="{9D8B030D-6E8A-4147-A177-3AD203B41FA5}">
                      <a16:colId xmlns:a16="http://schemas.microsoft.com/office/drawing/2014/main" val="141903437"/>
                    </a:ext>
                  </a:extLst>
                </a:gridCol>
                <a:gridCol w="3434937">
                  <a:extLst>
                    <a:ext uri="{9D8B030D-6E8A-4147-A177-3AD203B41FA5}">
                      <a16:colId xmlns:a16="http://schemas.microsoft.com/office/drawing/2014/main" val="3300485718"/>
                    </a:ext>
                  </a:extLst>
                </a:gridCol>
                <a:gridCol w="3434937">
                  <a:extLst>
                    <a:ext uri="{9D8B030D-6E8A-4147-A177-3AD203B41FA5}">
                      <a16:colId xmlns:a16="http://schemas.microsoft.com/office/drawing/2014/main" val="1765435498"/>
                    </a:ext>
                  </a:extLst>
                </a:gridCol>
                <a:gridCol w="3434937">
                  <a:extLst>
                    <a:ext uri="{9D8B030D-6E8A-4147-A177-3AD203B41FA5}">
                      <a16:colId xmlns:a16="http://schemas.microsoft.com/office/drawing/2014/main" val="3296688718"/>
                    </a:ext>
                  </a:extLst>
                </a:gridCol>
              </a:tblGrid>
              <a:tr h="2843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Nama </a:t>
                      </a:r>
                      <a:r>
                        <a:rPr lang="en-US" sz="2000" dirty="0" err="1">
                          <a:effectLst/>
                        </a:rPr>
                        <a:t>Peneliti</a:t>
                      </a:r>
                      <a:endParaRPr lang="en-ID" sz="20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Metode</a:t>
                      </a:r>
                      <a:endParaRPr lang="en-ID" sz="20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 err="1">
                          <a:effectLst/>
                        </a:rPr>
                        <a:t>Kelebihan</a:t>
                      </a:r>
                      <a:endParaRPr lang="en-ID" sz="20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 err="1">
                          <a:effectLst/>
                        </a:rPr>
                        <a:t>Kekurangan</a:t>
                      </a:r>
                      <a:endParaRPr lang="en-ID" sz="20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81873549"/>
                  </a:ext>
                </a:extLst>
              </a:tr>
              <a:tr h="11993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Ali et al. (2025)</a:t>
                      </a:r>
                      <a:endParaRPr lang="en-ID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Studi </a:t>
                      </a:r>
                      <a:r>
                        <a:rPr lang="en-US" sz="1800" dirty="0" err="1">
                          <a:effectLst/>
                        </a:rPr>
                        <a:t>empiris</a:t>
                      </a:r>
                      <a:r>
                        <a:rPr lang="en-US" sz="1800" dirty="0">
                          <a:effectLst/>
                        </a:rPr>
                        <a:t> ML </a:t>
                      </a:r>
                      <a:r>
                        <a:rPr lang="en-US" sz="1800" dirty="0" err="1">
                          <a:effectLst/>
                        </a:rPr>
                        <a:t>tradisional</a:t>
                      </a:r>
                      <a:r>
                        <a:rPr lang="en-US" sz="1800" dirty="0">
                          <a:effectLst/>
                        </a:rPr>
                        <a:t> vs deep learning </a:t>
                      </a:r>
                      <a:r>
                        <a:rPr lang="en-US" sz="1800" dirty="0" err="1">
                          <a:effectLst/>
                        </a:rPr>
                        <a:t>untuk</a:t>
                      </a:r>
                      <a:r>
                        <a:rPr lang="en-US" sz="1800" dirty="0">
                          <a:effectLst/>
                        </a:rPr>
                        <a:t> LAD</a:t>
                      </a:r>
                      <a:endParaRPr lang="en-ID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Benchmark multi-</a:t>
                      </a:r>
                      <a:r>
                        <a:rPr lang="en-US" sz="1800" dirty="0" err="1">
                          <a:effectLst/>
                        </a:rPr>
                        <a:t>kriteria</a:t>
                      </a:r>
                      <a:r>
                        <a:rPr lang="en-US" sz="1800" dirty="0">
                          <a:effectLst/>
                        </a:rPr>
                        <a:t> (</a:t>
                      </a:r>
                      <a:r>
                        <a:rPr lang="en-US" sz="1800" dirty="0" err="1">
                          <a:effectLst/>
                        </a:rPr>
                        <a:t>akurasi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en-US" sz="1800" dirty="0" err="1">
                          <a:effectLst/>
                        </a:rPr>
                        <a:t>waktu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en-US" sz="1800" dirty="0" err="1">
                          <a:effectLst/>
                        </a:rPr>
                        <a:t>sensitivitas</a:t>
                      </a:r>
                      <a:r>
                        <a:rPr lang="en-US" sz="1800" dirty="0">
                          <a:effectLst/>
                        </a:rPr>
                        <a:t> hyperparameter)</a:t>
                      </a:r>
                      <a:endParaRPr lang="en-ID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Fokus</a:t>
                      </a:r>
                      <a:r>
                        <a:rPr lang="en-US" sz="1800" dirty="0">
                          <a:effectLst/>
                        </a:rPr>
                        <a:t> LAD </a:t>
                      </a:r>
                      <a:r>
                        <a:rPr lang="en-US" sz="1800" dirty="0" err="1">
                          <a:effectLst/>
                        </a:rPr>
                        <a:t>generik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en-US" sz="1800" dirty="0" err="1">
                          <a:effectLst/>
                        </a:rPr>
                        <a:t>bukan</a:t>
                      </a:r>
                      <a:r>
                        <a:rPr lang="en-US" sz="1800" dirty="0">
                          <a:effectLst/>
                        </a:rPr>
                        <a:t> AD; </a:t>
                      </a:r>
                      <a:r>
                        <a:rPr lang="en-US" sz="1800" dirty="0" err="1">
                          <a:effectLst/>
                        </a:rPr>
                        <a:t>tidak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memanfaatkan</a:t>
                      </a:r>
                      <a:r>
                        <a:rPr lang="en-US" sz="1800" dirty="0">
                          <a:effectLst/>
                        </a:rPr>
                        <a:t> graph</a:t>
                      </a:r>
                      <a:endParaRPr lang="en-ID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4219866"/>
                  </a:ext>
                </a:extLst>
              </a:tr>
              <a:tr h="15043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Mokhtar et al. (2022)</a:t>
                      </a:r>
                      <a:endParaRPr lang="en-ID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Signature-based analysis Kerberos attack pada Windows event logs</a:t>
                      </a:r>
                      <a:endParaRPr lang="en-ID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Fokus spesifik AD; baseline signature forensik (Golden/Silver Ticket)</a:t>
                      </a:r>
                      <a:endParaRPr lang="en-ID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Rule-based, </a:t>
                      </a:r>
                      <a:r>
                        <a:rPr lang="en-US" sz="1800" dirty="0" err="1">
                          <a:effectLst/>
                        </a:rPr>
                        <a:t>lemah</a:t>
                      </a:r>
                      <a:r>
                        <a:rPr lang="en-US" sz="1800" dirty="0">
                          <a:effectLst/>
                        </a:rPr>
                        <a:t> pada zero-day; </a:t>
                      </a:r>
                      <a:r>
                        <a:rPr lang="en-US" sz="1800" dirty="0" err="1">
                          <a:effectLst/>
                        </a:rPr>
                        <a:t>tidak</a:t>
                      </a:r>
                      <a:r>
                        <a:rPr lang="en-US" sz="1800" dirty="0">
                          <a:effectLst/>
                        </a:rPr>
                        <a:t> ML/graph-driven</a:t>
                      </a:r>
                      <a:endParaRPr lang="en-ID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3213040"/>
                  </a:ext>
                </a:extLst>
              </a:tr>
              <a:tr h="15043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Chourasiya et al. (2025)</a:t>
                      </a:r>
                      <a:endParaRPr lang="en-ID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Hybrid LSTM + Transformer + GNN</a:t>
                      </a:r>
                      <a:endParaRPr lang="en-ID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Tangkap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pola</a:t>
                      </a:r>
                      <a:r>
                        <a:rPr lang="en-US" sz="1800" dirty="0">
                          <a:effectLst/>
                        </a:rPr>
                        <a:t> temporal + </a:t>
                      </a:r>
                      <a:r>
                        <a:rPr lang="en-US" sz="1800" dirty="0" err="1">
                          <a:effectLst/>
                        </a:rPr>
                        <a:t>kontekstual</a:t>
                      </a:r>
                      <a:r>
                        <a:rPr lang="en-US" sz="1800" dirty="0">
                          <a:effectLst/>
                        </a:rPr>
                        <a:t> + </a:t>
                      </a:r>
                      <a:r>
                        <a:rPr lang="en-US" sz="1800" dirty="0" err="1">
                          <a:effectLst/>
                        </a:rPr>
                        <a:t>relasional</a:t>
                      </a:r>
                      <a:r>
                        <a:rPr lang="en-US" sz="1800" dirty="0">
                          <a:effectLst/>
                        </a:rPr>
                        <a:t>; multi-stage attack</a:t>
                      </a:r>
                      <a:endParaRPr lang="en-ID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Model </a:t>
                      </a:r>
                      <a:r>
                        <a:rPr lang="en-US" sz="1800" dirty="0" err="1">
                          <a:effectLst/>
                        </a:rPr>
                        <a:t>kompleks</a:t>
                      </a:r>
                      <a:r>
                        <a:rPr lang="en-US" sz="1800" dirty="0">
                          <a:effectLst/>
                        </a:rPr>
                        <a:t>; </a:t>
                      </a:r>
                      <a:r>
                        <a:rPr lang="en-US" sz="1800" dirty="0" err="1">
                          <a:effectLst/>
                        </a:rPr>
                        <a:t>butuh</a:t>
                      </a:r>
                      <a:r>
                        <a:rPr lang="en-US" sz="1800" dirty="0">
                          <a:effectLst/>
                        </a:rPr>
                        <a:t> GPU &amp; data </a:t>
                      </a:r>
                      <a:r>
                        <a:rPr lang="en-US" sz="1800" dirty="0" err="1">
                          <a:effectLst/>
                        </a:rPr>
                        <a:t>besar</a:t>
                      </a:r>
                      <a:r>
                        <a:rPr lang="en-US" sz="1800" dirty="0">
                          <a:effectLst/>
                        </a:rPr>
                        <a:t>; </a:t>
                      </a:r>
                      <a:r>
                        <a:rPr lang="en-US" sz="1800" dirty="0" err="1">
                          <a:effectLst/>
                        </a:rPr>
                        <a:t>rendah</a:t>
                      </a:r>
                      <a:r>
                        <a:rPr lang="en-US" sz="1800" dirty="0">
                          <a:effectLst/>
                        </a:rPr>
                        <a:t> explainability</a:t>
                      </a:r>
                      <a:endParaRPr lang="en-ID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8590749"/>
                  </a:ext>
                </a:extLst>
              </a:tr>
              <a:tr h="11993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Komadina et al. (2024)</a:t>
                      </a:r>
                      <a:endParaRPr lang="en-ID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Komparasi supervised/unsupervised ML pada firewall logs</a:t>
                      </a:r>
                      <a:endParaRPr lang="en-ID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Novel synthesis method untuk anomali tanpa testbed</a:t>
                      </a:r>
                      <a:endParaRPr lang="en-ID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Fokus firewall (</a:t>
                      </a:r>
                      <a:r>
                        <a:rPr lang="en-US" sz="1800" dirty="0" err="1">
                          <a:effectLst/>
                        </a:rPr>
                        <a:t>bukan</a:t>
                      </a:r>
                      <a:r>
                        <a:rPr lang="en-US" sz="1800" dirty="0">
                          <a:effectLst/>
                        </a:rPr>
                        <a:t> AD); unsupervised underperform</a:t>
                      </a:r>
                      <a:endParaRPr lang="en-ID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62149865"/>
                  </a:ext>
                </a:extLst>
              </a:tr>
              <a:tr h="11993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Li et al. (2025) — LogSentry</a:t>
                      </a:r>
                      <a:endParaRPr lang="en-ID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BERT + Contrastive Learning + Retrieval-Augmented KNN</a:t>
                      </a:r>
                      <a:endParaRPr lang="en-ID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Tangani variability &amp; imbalance log; adaptif format baru</a:t>
                      </a:r>
                      <a:endParaRPr lang="en-ID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Resource-intensive; </a:t>
                      </a:r>
                      <a:r>
                        <a:rPr lang="en-US" sz="1800" dirty="0" err="1">
                          <a:effectLst/>
                        </a:rPr>
                        <a:t>tidak</a:t>
                      </a:r>
                      <a:r>
                        <a:rPr lang="en-US" sz="1800" dirty="0">
                          <a:effectLst/>
                        </a:rPr>
                        <a:t> graph-aware</a:t>
                      </a:r>
                      <a:endParaRPr lang="en-ID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0391460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27F408C0-1970-E381-EB4C-DDBD5017B3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2285" y="-503623"/>
            <a:ext cx="1828804" cy="18288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0A243B-D839-26A5-3B06-CDF534B9DF17}"/>
              </a:ext>
            </a:extLst>
          </p:cNvPr>
          <p:cNvSpPr txBox="1"/>
          <p:nvPr/>
        </p:nvSpPr>
        <p:spPr>
          <a:xfrm>
            <a:off x="714375" y="2702833"/>
            <a:ext cx="13230225" cy="5956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3600" b="1" dirty="0">
                <a:solidFill>
                  <a:srgbClr val="1F3A5F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Gap #1 — </a:t>
            </a:r>
            <a:r>
              <a:rPr lang="en-US" sz="3600" b="1" dirty="0" err="1">
                <a:solidFill>
                  <a:srgbClr val="1F3A5F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Representasi</a:t>
            </a:r>
            <a:r>
              <a:rPr lang="en-US" sz="3600" b="1" dirty="0">
                <a:solidFill>
                  <a:srgbClr val="1F3A5F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Data </a:t>
            </a:r>
            <a:r>
              <a:rPr lang="en-US" sz="3600" b="1" dirty="0" err="1">
                <a:solidFill>
                  <a:srgbClr val="1F3A5F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Terfragmentasi</a:t>
            </a:r>
            <a:endParaRPr lang="en-ID" sz="3600" b="1" dirty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SOTA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umumnya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hanya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menganalisis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satu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jenis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log (logon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saja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atau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GPO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saja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).</a:t>
            </a:r>
            <a:endParaRPr lang="en-ID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Belum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ada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knowledge graph yang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menyatukan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7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tipe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event AD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dalam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satu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struktur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n-ID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3600" b="1" dirty="0">
                <a:solidFill>
                  <a:srgbClr val="1F3A5F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Gap #2 — Single-Method Bias</a:t>
            </a:r>
            <a:endParaRPr lang="en-ID" sz="3600" b="1" dirty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Isolation Forest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kuat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pada volume outlier,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lemah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pada relational outlier.</a:t>
            </a:r>
            <a:endParaRPr lang="en-ID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K-Means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kuat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pada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struktur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cluster,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lemah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pada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skor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titik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-per-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titik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n-ID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Temporal model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kuat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pada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pola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jam,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tidak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melihat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konteks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graph.</a:t>
            </a:r>
            <a:endParaRPr lang="en-ID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3600" b="1" dirty="0">
                <a:solidFill>
                  <a:srgbClr val="1F3A5F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Gap #3 — Minim Actionable Output</a:t>
            </a:r>
            <a:endParaRPr lang="en-ID" sz="3600" b="1" dirty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Kebanyakan pipeline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hanya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menghasilkan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skor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bukan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evidence-based report.</a:t>
            </a:r>
            <a:endParaRPr lang="en-ID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Perlu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jembatan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antara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skor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anomali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→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bukti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keamanan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(</a:t>
            </a:r>
            <a:r>
              <a:rPr lang="en-US" sz="2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priv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esc, lateral, lockout).</a:t>
            </a:r>
            <a:endParaRPr lang="en-ID" sz="2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92CA7F39-EB1D-7DCB-82F9-54B1D3E1FCF8}"/>
              </a:ext>
            </a:extLst>
          </p:cNvPr>
          <p:cNvSpPr/>
          <p:nvPr/>
        </p:nvSpPr>
        <p:spPr>
          <a:xfrm>
            <a:off x="808638" y="1325181"/>
            <a:ext cx="6761409" cy="774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062"/>
              </a:lnSpc>
            </a:pPr>
            <a:r>
              <a:rPr lang="en-US" sz="4874" b="1" dirty="0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RESEARCH GAP</a:t>
            </a:r>
            <a:endParaRPr lang="en-US" sz="4874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716725-7FE2-3E88-2B84-31EACD238D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2285" y="-503623"/>
            <a:ext cx="1828804" cy="182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081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" y="-1"/>
            <a:ext cx="6856942" cy="102854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11845" y="2858575"/>
            <a:ext cx="7696947" cy="73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749"/>
              </a:lnSpc>
            </a:pPr>
            <a:r>
              <a:rPr lang="en-US" sz="4624" b="1" dirty="0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Technical Differentiation</a:t>
            </a:r>
            <a:endParaRPr lang="en-US" sz="4624" dirty="0"/>
          </a:p>
        </p:txBody>
      </p:sp>
      <p:sp>
        <p:nvSpPr>
          <p:cNvPr id="6" name="Text 2"/>
          <p:cNvSpPr/>
          <p:nvPr/>
        </p:nvSpPr>
        <p:spPr>
          <a:xfrm>
            <a:off x="7850437" y="3984854"/>
            <a:ext cx="8611848" cy="4065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312" b="1" dirty="0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1. </a:t>
            </a:r>
            <a:r>
              <a:rPr lang="en-US" sz="2312" b="1" dirty="0" err="1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Menggunakan</a:t>
            </a:r>
            <a:r>
              <a:rPr lang="en-US" sz="2312" b="1" dirty="0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Isolation Forest + Score Fusion</a:t>
            </a:r>
          </a:p>
          <a:p>
            <a:pPr>
              <a:lnSpc>
                <a:spcPct val="150000"/>
              </a:lnSpc>
            </a:pPr>
            <a:r>
              <a:rPr lang="en-US" sz="2312" b="1" dirty="0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2. </a:t>
            </a:r>
            <a:r>
              <a:rPr lang="en-US" sz="2312" b="1" dirty="0" err="1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Menggabungkan</a:t>
            </a:r>
            <a:r>
              <a:rPr lang="en-US" sz="2312" b="1" dirty="0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: </a:t>
            </a:r>
          </a:p>
          <a:p>
            <a:pPr marL="635000" lvl="1" indent="-317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12" b="1" dirty="0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Log analysis </a:t>
            </a:r>
          </a:p>
          <a:p>
            <a:pPr marL="635000" lvl="1" indent="-317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12" b="1" dirty="0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Behavioral pattern </a:t>
            </a:r>
          </a:p>
          <a:p>
            <a:pPr marL="635000" lvl="1" indent="-317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12" b="1" dirty="0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Multi-metric anomaly scoring </a:t>
            </a:r>
          </a:p>
          <a:p>
            <a:pPr>
              <a:lnSpc>
                <a:spcPct val="150000"/>
              </a:lnSpc>
            </a:pPr>
            <a:r>
              <a:rPr lang="en-US" sz="2312" b="1" dirty="0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3. </a:t>
            </a:r>
            <a:r>
              <a:rPr lang="en-US" sz="2312" b="1" dirty="0" err="1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Fokus</a:t>
            </a:r>
            <a:r>
              <a:rPr lang="en-US" sz="2312" b="1" dirty="0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pada </a:t>
            </a:r>
            <a:r>
              <a:rPr lang="en-US" sz="2312" b="1" dirty="0" err="1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akun</a:t>
            </a:r>
            <a:r>
              <a:rPr lang="en-US" sz="2312" b="1" dirty="0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privileged (high-risk target)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3D22DCB-6082-BA2C-992A-106EEAA34A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2285" y="-503623"/>
            <a:ext cx="1828804" cy="18288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573926" y="3167376"/>
            <a:ext cx="4439116" cy="8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6062"/>
              </a:lnSpc>
            </a:pPr>
            <a:r>
              <a:rPr lang="en-US" sz="4874" b="1" dirty="0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METHODOLOGY</a:t>
            </a:r>
            <a:endParaRPr lang="en-US" sz="4874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161DA6-1BF1-A159-284E-639145145B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889" y="-503623"/>
            <a:ext cx="1828804" cy="1828804"/>
          </a:xfrm>
          <a:prstGeom prst="rect">
            <a:avLst/>
          </a:prstGeom>
        </p:spPr>
      </p:pic>
      <p:pic>
        <p:nvPicPr>
          <p:cNvPr id="2050" name="Picture 2" descr="PlantUML diagram">
            <a:extLst>
              <a:ext uri="{FF2B5EF4-FFF2-40B4-BE49-F238E27FC236}">
                <a16:creationId xmlns:a16="http://schemas.microsoft.com/office/drawing/2014/main" id="{03C99529-1212-EF6F-5D35-C735E6D60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1319" y="-1"/>
            <a:ext cx="5729231" cy="10285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Kotak Teks 9">
            <a:extLst>
              <a:ext uri="{FF2B5EF4-FFF2-40B4-BE49-F238E27FC236}">
                <a16:creationId xmlns:a16="http://schemas.microsoft.com/office/drawing/2014/main" id="{3C5395D8-7631-435E-7AD8-CD0BD170E89F}"/>
              </a:ext>
            </a:extLst>
          </p:cNvPr>
          <p:cNvSpPr txBox="1"/>
          <p:nvPr/>
        </p:nvSpPr>
        <p:spPr>
          <a:xfrm>
            <a:off x="1734915" y="4368749"/>
            <a:ext cx="6163235" cy="3131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id-ID" dirty="0">
                <a:latin typeface=""/>
              </a:rPr>
              <a:t>Metodologi penelitian dirancang untuk mengolah data log </a:t>
            </a:r>
            <a:r>
              <a:rPr lang="id-ID" dirty="0" err="1">
                <a:latin typeface=""/>
              </a:rPr>
              <a:t>Active</a:t>
            </a:r>
            <a:r>
              <a:rPr lang="id-ID" dirty="0">
                <a:latin typeface=""/>
              </a:rPr>
              <a:t> </a:t>
            </a:r>
            <a:r>
              <a:rPr lang="id-ID" dirty="0" err="1">
                <a:latin typeface=""/>
              </a:rPr>
              <a:t>Directory</a:t>
            </a:r>
            <a:r>
              <a:rPr lang="id-ID" dirty="0">
                <a:latin typeface=""/>
              </a:rPr>
              <a:t> menjadi informasi yang dapat digunakan dalam mendeteksi anomali secara sistematis.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3496" y="2200233"/>
            <a:ext cx="7935184" cy="774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062"/>
              </a:lnSpc>
            </a:pPr>
            <a:r>
              <a:rPr lang="en-US" sz="4874" b="1" dirty="0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Experiment Design</a:t>
            </a:r>
            <a:endParaRPr lang="en-US" sz="4874" dirty="0"/>
          </a:p>
        </p:txBody>
      </p:sp>
      <p:sp>
        <p:nvSpPr>
          <p:cNvPr id="4" name="Shape 2"/>
          <p:cNvSpPr/>
          <p:nvPr/>
        </p:nvSpPr>
        <p:spPr>
          <a:xfrm>
            <a:off x="2176837" y="5239760"/>
            <a:ext cx="6214128" cy="2343396"/>
          </a:xfrm>
          <a:prstGeom prst="roundRect">
            <a:avLst>
              <a:gd name="adj" fmla="val 5647"/>
            </a:avLst>
          </a:prstGeom>
          <a:solidFill>
            <a:srgbClr val="DCE7EF"/>
          </a:solidFill>
          <a:ln w="7620">
            <a:solidFill>
              <a:srgbClr val="C2CDD5"/>
            </a:solidFill>
            <a:prstDash val="solid"/>
          </a:ln>
        </p:spPr>
        <p:txBody>
          <a:bodyPr/>
          <a:lstStyle/>
          <a:p>
            <a:endParaRPr lang="en-ID" sz="3374"/>
          </a:p>
        </p:txBody>
      </p:sp>
      <p:sp>
        <p:nvSpPr>
          <p:cNvPr id="5" name="Text 3"/>
          <p:cNvSpPr/>
          <p:nvPr/>
        </p:nvSpPr>
        <p:spPr>
          <a:xfrm>
            <a:off x="2434269" y="5747035"/>
            <a:ext cx="3100653" cy="38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437" b="1" dirty="0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Dataset / </a:t>
            </a:r>
            <a:r>
              <a:rPr lang="en-US" sz="2437" b="1" dirty="0" err="1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Studi</a:t>
            </a:r>
            <a:r>
              <a:rPr lang="en-US" sz="2437" b="1" dirty="0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2437" b="1" dirty="0" err="1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Kasus</a:t>
            </a:r>
            <a:endParaRPr lang="en-US" sz="2437" dirty="0"/>
          </a:p>
        </p:txBody>
      </p:sp>
      <p:sp>
        <p:nvSpPr>
          <p:cNvPr id="6" name="Text 4"/>
          <p:cNvSpPr/>
          <p:nvPr/>
        </p:nvSpPr>
        <p:spPr>
          <a:xfrm>
            <a:off x="2434269" y="6283478"/>
            <a:ext cx="5813259" cy="793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125"/>
              </a:lnSpc>
              <a:buFont typeface="Arial" panose="020B0604020202020204" pitchFamily="34" charset="0"/>
              <a:buChar char="•"/>
            </a:pP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aktivitas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Active Directory </a:t>
            </a:r>
          </a:p>
          <a:p>
            <a:pPr marL="342900" indent="-342900">
              <a:lnSpc>
                <a:spcPts val="3125"/>
              </a:lnSpc>
              <a:buFont typeface="Arial" panose="020B0604020202020204" pitchFamily="34" charset="0"/>
              <a:buChar char="•"/>
            </a:pP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Fokus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pada user logon,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waktu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host, dan IP.</a:t>
            </a:r>
            <a:endParaRPr lang="en-US" sz="1937" dirty="0"/>
          </a:p>
        </p:txBody>
      </p:sp>
      <p:sp>
        <p:nvSpPr>
          <p:cNvPr id="7" name="Shape 5"/>
          <p:cNvSpPr/>
          <p:nvPr/>
        </p:nvSpPr>
        <p:spPr>
          <a:xfrm>
            <a:off x="9466731" y="5239760"/>
            <a:ext cx="5416233" cy="2845420"/>
          </a:xfrm>
          <a:prstGeom prst="roundRect">
            <a:avLst>
              <a:gd name="adj" fmla="val 5647"/>
            </a:avLst>
          </a:prstGeom>
          <a:solidFill>
            <a:srgbClr val="DCE7EF"/>
          </a:solidFill>
          <a:ln w="7620">
            <a:solidFill>
              <a:srgbClr val="C2CDD5"/>
            </a:solidFill>
            <a:prstDash val="solid"/>
          </a:ln>
        </p:spPr>
        <p:txBody>
          <a:bodyPr/>
          <a:lstStyle/>
          <a:p>
            <a:endParaRPr lang="en-ID" sz="3374"/>
          </a:p>
        </p:txBody>
      </p:sp>
      <p:sp>
        <p:nvSpPr>
          <p:cNvPr id="8" name="Text 6"/>
          <p:cNvSpPr/>
          <p:nvPr/>
        </p:nvSpPr>
        <p:spPr>
          <a:xfrm>
            <a:off x="9724164" y="5497193"/>
            <a:ext cx="3100653" cy="38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437" b="1" dirty="0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Metrics </a:t>
            </a:r>
            <a:r>
              <a:rPr lang="en-US" sz="2437" b="1" dirty="0" err="1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Evaluasi</a:t>
            </a:r>
            <a:endParaRPr lang="en-US" sz="2437" dirty="0"/>
          </a:p>
        </p:txBody>
      </p:sp>
      <p:sp>
        <p:nvSpPr>
          <p:cNvPr id="9" name="Text 7"/>
          <p:cNvSpPr/>
          <p:nvPr/>
        </p:nvSpPr>
        <p:spPr>
          <a:xfrm>
            <a:off x="9724163" y="6033635"/>
            <a:ext cx="4154753" cy="1710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125"/>
              </a:lnSpc>
              <a:buFont typeface="Arial" panose="020B0604020202020204" pitchFamily="34" charset="0"/>
              <a:buChar char="•"/>
            </a:pP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Anomaly Score </a:t>
            </a:r>
          </a:p>
          <a:p>
            <a:pPr marL="342900" indent="-342900">
              <a:lnSpc>
                <a:spcPts val="3125"/>
              </a:lnSpc>
              <a:buFont typeface="Arial" panose="020B0604020202020204" pitchFamily="34" charset="0"/>
              <a:buChar char="•"/>
            </a:pP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Precision &amp; Recall </a:t>
            </a:r>
          </a:p>
          <a:p>
            <a:pPr marL="342900" indent="-342900">
              <a:lnSpc>
                <a:spcPts val="3125"/>
              </a:lnSpc>
              <a:buFont typeface="Arial" panose="020B0604020202020204" pitchFamily="34" charset="0"/>
              <a:buChar char="•"/>
            </a:pP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False Positive Rate </a:t>
            </a:r>
          </a:p>
          <a:p>
            <a:pPr marL="342900" indent="-342900">
              <a:lnSpc>
                <a:spcPts val="3125"/>
              </a:lnSpc>
              <a:buFont typeface="Arial" panose="020B0604020202020204" pitchFamily="34" charset="0"/>
              <a:buChar char="•"/>
            </a:pP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Behavioral Deviation</a:t>
            </a:r>
            <a:endParaRPr lang="en-US" sz="1937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1645297-C064-638C-C6EB-0AFE53DBF4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2285" y="-503623"/>
            <a:ext cx="1828804" cy="1828804"/>
          </a:xfrm>
          <a:prstGeom prst="rect">
            <a:avLst/>
          </a:prstGeom>
        </p:spPr>
      </p:pic>
      <p:sp>
        <p:nvSpPr>
          <p:cNvPr id="18" name="Kotak Teks 17">
            <a:extLst>
              <a:ext uri="{FF2B5EF4-FFF2-40B4-BE49-F238E27FC236}">
                <a16:creationId xmlns:a16="http://schemas.microsoft.com/office/drawing/2014/main" id="{70850537-8371-BA5D-C87F-AB4581CBD69D}"/>
              </a:ext>
            </a:extLst>
          </p:cNvPr>
          <p:cNvSpPr txBox="1"/>
          <p:nvPr/>
        </p:nvSpPr>
        <p:spPr>
          <a:xfrm>
            <a:off x="878542" y="3385039"/>
            <a:ext cx="155837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dirty="0">
                <a:latin typeface=""/>
              </a:rPr>
              <a:t>Perancangan eksperimen dilakukan untuk menguji efektivitas metode dalam mendeteksi aktivitas anomali berdasarkan data log yang tersedia.</a:t>
            </a:r>
          </a:p>
        </p:txBody>
      </p:sp>
    </p:spTree>
    <p:extLst>
      <p:ext uri="{BB962C8B-B14F-4D97-AF65-F5344CB8AC3E}">
        <p14:creationId xmlns:p14="http://schemas.microsoft.com/office/powerpoint/2010/main" val="2203525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2382" y="823624"/>
            <a:ext cx="12996197" cy="774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062"/>
              </a:lnSpc>
            </a:pPr>
            <a:r>
              <a:rPr lang="en-US" sz="4874" b="1" dirty="0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Progress </a:t>
            </a:r>
            <a:r>
              <a:rPr lang="en-US" sz="4874" b="1" dirty="0" err="1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Eksperimen</a:t>
            </a:r>
            <a:r>
              <a:rPr lang="en-US" sz="4874" b="1" dirty="0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&amp; Hasil</a:t>
            </a:r>
            <a:endParaRPr lang="en-US" sz="4874" dirty="0"/>
          </a:p>
        </p:txBody>
      </p:sp>
      <p:sp>
        <p:nvSpPr>
          <p:cNvPr id="5" name="Shape 3"/>
          <p:cNvSpPr/>
          <p:nvPr/>
        </p:nvSpPr>
        <p:spPr>
          <a:xfrm>
            <a:off x="2217406" y="3204450"/>
            <a:ext cx="5435553" cy="3183762"/>
          </a:xfrm>
          <a:prstGeom prst="roundRect">
            <a:avLst>
              <a:gd name="adj" fmla="val 5359"/>
            </a:avLst>
          </a:prstGeom>
          <a:solidFill>
            <a:srgbClr val="DCE7EF"/>
          </a:solidFill>
          <a:ln w="7620">
            <a:solidFill>
              <a:srgbClr val="C2CDD5"/>
            </a:solidFill>
            <a:prstDash val="solid"/>
          </a:ln>
        </p:spPr>
        <p:txBody>
          <a:bodyPr/>
          <a:lstStyle/>
          <a:p>
            <a:endParaRPr lang="en-ID" sz="3374"/>
          </a:p>
        </p:txBody>
      </p:sp>
      <p:sp>
        <p:nvSpPr>
          <p:cNvPr id="6" name="Text 4"/>
          <p:cNvSpPr/>
          <p:nvPr/>
        </p:nvSpPr>
        <p:spPr>
          <a:xfrm>
            <a:off x="2941610" y="3685328"/>
            <a:ext cx="4317507" cy="460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id-ID" sz="24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Eksperimen yang dilakukan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"/>
            </a:endParaRPr>
          </a:p>
        </p:txBody>
      </p:sp>
      <p:sp>
        <p:nvSpPr>
          <p:cNvPr id="7" name="Text 5"/>
          <p:cNvSpPr/>
          <p:nvPr/>
        </p:nvSpPr>
        <p:spPr>
          <a:xfrm>
            <a:off x="2941610" y="4292801"/>
            <a:ext cx="4317507" cy="164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125"/>
              </a:lnSpc>
              <a:buFont typeface="Arial" panose="020B0604020202020204" pitchFamily="34" charset="0"/>
              <a:buChar char="•"/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Analisis </a:t>
            </a:r>
            <a:r>
              <a:rPr lang="id-ID" sz="20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logon</a:t>
            </a: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 volume </a:t>
            </a:r>
          </a:p>
          <a:p>
            <a:pPr marL="342900" indent="-342900">
              <a:lnSpc>
                <a:spcPts val="3125"/>
              </a:lnSpc>
              <a:buFont typeface="Arial" panose="020B0604020202020204" pitchFamily="34" charset="0"/>
              <a:buChar char="•"/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Variabilitas waktu </a:t>
            </a:r>
          </a:p>
          <a:p>
            <a:pPr marL="342900" indent="-342900">
              <a:lnSpc>
                <a:spcPts val="3125"/>
              </a:lnSpc>
              <a:buFont typeface="Arial" panose="020B0604020202020204" pitchFamily="34" charset="0"/>
              <a:buChar char="•"/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Multi-</a:t>
            </a:r>
            <a:r>
              <a:rPr lang="id-ID" sz="20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host</a:t>
            </a: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/IP </a:t>
            </a:r>
            <a:r>
              <a:rPr lang="id-ID" sz="20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detection</a:t>
            </a: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 </a:t>
            </a:r>
          </a:p>
          <a:p>
            <a:pPr marL="342900" indent="-342900">
              <a:lnSpc>
                <a:spcPts val="3125"/>
              </a:lnSpc>
              <a:buFont typeface="Arial" panose="020B0604020202020204" pitchFamily="34" charset="0"/>
              <a:buChar char="•"/>
            </a:pPr>
            <a:r>
              <a:rPr lang="id-ID" sz="20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Ensemble</a:t>
            </a: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 </a:t>
            </a:r>
            <a:r>
              <a:rPr lang="id-ID" sz="20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anomaly</a:t>
            </a: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 </a:t>
            </a:r>
            <a:r>
              <a:rPr lang="id-ID" sz="20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scoring</a:t>
            </a:r>
            <a:endParaRPr lang="en-US" sz="2000" b="1" dirty="0">
              <a:solidFill>
                <a:schemeClr val="bg2">
                  <a:lumMod val="10000"/>
                </a:schemeClr>
              </a:solidFill>
              <a:latin typeface="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7F080A-13B3-F6A2-1AC2-CADA3A70ED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2285" y="-503623"/>
            <a:ext cx="1828804" cy="1828804"/>
          </a:xfrm>
          <a:prstGeom prst="rect">
            <a:avLst/>
          </a:prstGeom>
        </p:spPr>
      </p:pic>
      <p:sp>
        <p:nvSpPr>
          <p:cNvPr id="8" name="Shape 3">
            <a:extLst>
              <a:ext uri="{FF2B5EF4-FFF2-40B4-BE49-F238E27FC236}">
                <a16:creationId xmlns:a16="http://schemas.microsoft.com/office/drawing/2014/main" id="{0554656A-470F-959E-D32D-CB8CC5384468}"/>
              </a:ext>
            </a:extLst>
          </p:cNvPr>
          <p:cNvSpPr/>
          <p:nvPr/>
        </p:nvSpPr>
        <p:spPr>
          <a:xfrm>
            <a:off x="10635265" y="3204450"/>
            <a:ext cx="5435553" cy="3183762"/>
          </a:xfrm>
          <a:prstGeom prst="roundRect">
            <a:avLst>
              <a:gd name="adj" fmla="val 5359"/>
            </a:avLst>
          </a:prstGeom>
          <a:solidFill>
            <a:srgbClr val="DCE7EF"/>
          </a:solidFill>
          <a:ln w="7620">
            <a:solidFill>
              <a:srgbClr val="C2CDD5"/>
            </a:solidFill>
            <a:prstDash val="solid"/>
          </a:ln>
        </p:spPr>
        <p:txBody>
          <a:bodyPr/>
          <a:lstStyle/>
          <a:p>
            <a:endParaRPr lang="en-ID" sz="3374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C21F9DD1-B2CB-BB13-BCD0-BF2E2EE3D468}"/>
              </a:ext>
            </a:extLst>
          </p:cNvPr>
          <p:cNvSpPr/>
          <p:nvPr/>
        </p:nvSpPr>
        <p:spPr>
          <a:xfrm>
            <a:off x="11359469" y="3685328"/>
            <a:ext cx="4317507" cy="460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id-ID" sz="24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Analisis Metrik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A02D864C-364E-9933-674E-2B86B96EDCFF}"/>
              </a:ext>
            </a:extLst>
          </p:cNvPr>
          <p:cNvSpPr/>
          <p:nvPr/>
        </p:nvSpPr>
        <p:spPr>
          <a:xfrm>
            <a:off x="11359469" y="4292801"/>
            <a:ext cx="4317507" cy="164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125"/>
              </a:lnSpc>
              <a:buFont typeface="Arial" panose="020B0604020202020204" pitchFamily="34" charset="0"/>
              <a:buChar char="•"/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Skor tinggi menunjukkan kombinasi anomali </a:t>
            </a:r>
          </a:p>
          <a:p>
            <a:pPr marL="342900" indent="-342900">
              <a:lnSpc>
                <a:spcPts val="3125"/>
              </a:lnSpc>
              <a:buFont typeface="Arial" panose="020B0604020202020204" pitchFamily="34" charset="0"/>
              <a:buChar char="•"/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ML mampu mendeteksi pola non-human</a:t>
            </a:r>
            <a:endParaRPr lang="en-US" sz="2000" b="1" dirty="0">
              <a:solidFill>
                <a:schemeClr val="bg2">
                  <a:lumMod val="10000"/>
                </a:schemeClr>
              </a:solidFill>
              <a:latin typeface=""/>
            </a:endParaRP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D398F508-9F21-A814-46A2-928A25D686F0}"/>
              </a:ext>
            </a:extLst>
          </p:cNvPr>
          <p:cNvSpPr/>
          <p:nvPr/>
        </p:nvSpPr>
        <p:spPr>
          <a:xfrm>
            <a:off x="6426223" y="7082117"/>
            <a:ext cx="5435553" cy="2379672"/>
          </a:xfrm>
          <a:prstGeom prst="roundRect">
            <a:avLst>
              <a:gd name="adj" fmla="val 5359"/>
            </a:avLst>
          </a:prstGeom>
          <a:solidFill>
            <a:srgbClr val="DCE7EF"/>
          </a:solidFill>
          <a:ln w="7620">
            <a:solidFill>
              <a:srgbClr val="C2CDD5"/>
            </a:solidFill>
            <a:prstDash val="solid"/>
          </a:ln>
        </p:spPr>
        <p:txBody>
          <a:bodyPr/>
          <a:lstStyle/>
          <a:p>
            <a:endParaRPr lang="en-ID" sz="3374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0E34A75B-7C1A-4558-74C7-EA5B6FF5C2CE}"/>
              </a:ext>
            </a:extLst>
          </p:cNvPr>
          <p:cNvSpPr/>
          <p:nvPr/>
        </p:nvSpPr>
        <p:spPr>
          <a:xfrm>
            <a:off x="6805951" y="7530850"/>
            <a:ext cx="4317507" cy="460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id-ID" sz="24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Perbandingan dengan </a:t>
            </a:r>
            <a:r>
              <a:rPr lang="id-ID" sz="24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baseline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61700067-1959-B67D-2AA9-8A8B3086EC4F}"/>
              </a:ext>
            </a:extLst>
          </p:cNvPr>
          <p:cNvSpPr/>
          <p:nvPr/>
        </p:nvSpPr>
        <p:spPr>
          <a:xfrm>
            <a:off x="6805951" y="8152737"/>
            <a:ext cx="4676095" cy="84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125"/>
              </a:lnSpc>
              <a:buFont typeface="Arial" panose="020B0604020202020204" pitchFamily="34" charset="0"/>
              <a:buChar char="•"/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Lebih akurat dibanding </a:t>
            </a:r>
            <a:r>
              <a:rPr lang="id-ID" sz="20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rule-based</a:t>
            </a: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 </a:t>
            </a:r>
          </a:p>
          <a:p>
            <a:pPr marL="342900" indent="-342900">
              <a:lnSpc>
                <a:spcPts val="3125"/>
              </a:lnSpc>
              <a:buFont typeface="Arial" panose="020B0604020202020204" pitchFamily="34" charset="0"/>
              <a:buChar char="•"/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Mengurangi </a:t>
            </a:r>
            <a:r>
              <a:rPr lang="id-ID" sz="20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false</a:t>
            </a: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 </a:t>
            </a:r>
            <a:r>
              <a:rPr lang="id-ID" sz="20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positive</a:t>
            </a:r>
            <a:endParaRPr lang="en-US" sz="2000" b="1" dirty="0">
              <a:solidFill>
                <a:schemeClr val="bg2">
                  <a:lumMod val="10000"/>
                </a:schemeClr>
              </a:solidFill>
              <a:latin typeface=""/>
            </a:endParaRPr>
          </a:p>
        </p:txBody>
      </p:sp>
      <p:sp>
        <p:nvSpPr>
          <p:cNvPr id="15" name="Kotak Teks 14">
            <a:extLst>
              <a:ext uri="{FF2B5EF4-FFF2-40B4-BE49-F238E27FC236}">
                <a16:creationId xmlns:a16="http://schemas.microsoft.com/office/drawing/2014/main" id="{AE695F26-9F4A-1869-B74E-F522912DF602}"/>
              </a:ext>
            </a:extLst>
          </p:cNvPr>
          <p:cNvSpPr txBox="1"/>
          <p:nvPr/>
        </p:nvSpPr>
        <p:spPr>
          <a:xfrm>
            <a:off x="922382" y="1706128"/>
            <a:ext cx="157725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dirty="0"/>
              <a:t>Eksperimen yang telah dilakukan menunjukkan adanya pola anomali yang dapat diidentifikasi melalui kombinasi beberapa metrik utama.</a:t>
            </a:r>
          </a:p>
        </p:txBody>
      </p:sp>
    </p:spTree>
    <p:extLst>
      <p:ext uri="{BB962C8B-B14F-4D97-AF65-F5344CB8AC3E}">
        <p14:creationId xmlns:p14="http://schemas.microsoft.com/office/powerpoint/2010/main" val="2120815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3495" y="1538646"/>
            <a:ext cx="12996197" cy="774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062"/>
              </a:lnSpc>
            </a:pPr>
            <a:r>
              <a:rPr lang="en-US" sz="4874" b="1" dirty="0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Progress </a:t>
            </a:r>
            <a:r>
              <a:rPr lang="en-US" sz="4874" b="1" dirty="0" err="1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Eksperimen</a:t>
            </a:r>
            <a:r>
              <a:rPr lang="en-US" sz="4874" b="1" dirty="0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&amp; Hasil</a:t>
            </a:r>
            <a:endParaRPr lang="en-US" sz="4874" dirty="0"/>
          </a:p>
        </p:txBody>
      </p:sp>
      <p:sp>
        <p:nvSpPr>
          <p:cNvPr id="3" name="Text 1"/>
          <p:cNvSpPr/>
          <p:nvPr/>
        </p:nvSpPr>
        <p:spPr>
          <a:xfrm>
            <a:off x="993495" y="2955270"/>
            <a:ext cx="3100653" cy="38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437" b="1" dirty="0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Yang Dapat Dideteksi</a:t>
            </a:r>
            <a:endParaRPr lang="en-US" sz="2437" dirty="0"/>
          </a:p>
        </p:txBody>
      </p:sp>
      <p:sp>
        <p:nvSpPr>
          <p:cNvPr id="4" name="Text 2"/>
          <p:cNvSpPr/>
          <p:nvPr/>
        </p:nvSpPr>
        <p:spPr>
          <a:xfrm>
            <a:off x="993496" y="3686946"/>
            <a:ext cx="10839916" cy="793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25"/>
              </a:lnSpc>
            </a:pPr>
            <a:r>
              <a:rPr lang="id-ID" sz="24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1. Aktivitas </a:t>
            </a:r>
            <a:r>
              <a:rPr lang="id-ID" sz="24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Logon</a:t>
            </a:r>
            <a:r>
              <a:rPr lang="id-ID" sz="24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 Ekstrem</a:t>
            </a:r>
          </a:p>
          <a:p>
            <a:pPr>
              <a:lnSpc>
                <a:spcPts val="3125"/>
              </a:lnSpc>
            </a:pPr>
            <a:r>
              <a:rPr lang="id-ID" sz="2000" dirty="0">
                <a:latin typeface=""/>
              </a:rPr>
              <a:t>Beberapa </a:t>
            </a:r>
            <a:r>
              <a:rPr lang="id-ID" sz="2000" dirty="0" err="1">
                <a:latin typeface=""/>
              </a:rPr>
              <a:t>user</a:t>
            </a:r>
            <a:r>
              <a:rPr lang="id-ID" sz="2000" dirty="0">
                <a:latin typeface=""/>
              </a:rPr>
              <a:t> menunjukkan jumlah </a:t>
            </a:r>
            <a:r>
              <a:rPr lang="id-ID" sz="2000" dirty="0" err="1">
                <a:latin typeface=""/>
              </a:rPr>
              <a:t>logon</a:t>
            </a:r>
            <a:r>
              <a:rPr lang="id-ID" sz="2000" dirty="0">
                <a:latin typeface=""/>
              </a:rPr>
              <a:t> yang sangat tinggi sebagai berikut:</a:t>
            </a:r>
            <a:endParaRPr lang="en-US" sz="2000" dirty="0">
              <a:latin typeface="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754141" y="4861773"/>
            <a:ext cx="4557379" cy="4380390"/>
          </a:xfrm>
          <a:prstGeom prst="roundRect">
            <a:avLst>
              <a:gd name="adj" fmla="val 5359"/>
            </a:avLst>
          </a:prstGeom>
          <a:solidFill>
            <a:srgbClr val="DCE7EF"/>
          </a:solidFill>
          <a:ln w="7620">
            <a:solidFill>
              <a:srgbClr val="C2CDD5"/>
            </a:solidFill>
            <a:prstDash val="solid"/>
          </a:ln>
        </p:spPr>
        <p:txBody>
          <a:bodyPr/>
          <a:lstStyle/>
          <a:p>
            <a:endParaRPr lang="en-ID" sz="3374"/>
          </a:p>
        </p:txBody>
      </p:sp>
      <p:sp>
        <p:nvSpPr>
          <p:cNvPr id="6" name="Text 4"/>
          <p:cNvSpPr/>
          <p:nvPr/>
        </p:nvSpPr>
        <p:spPr>
          <a:xfrm>
            <a:off x="2011575" y="5112291"/>
            <a:ext cx="3100653" cy="38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id-ID" sz="24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user_00056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11575" y="5750447"/>
            <a:ext cx="4074106" cy="3183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25"/>
              </a:lnSpc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181.418 </a:t>
            </a:r>
            <a:r>
              <a:rPr lang="id-ID" sz="20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logon</a:t>
            </a:r>
            <a:endParaRPr lang="id-ID" sz="2000" b="1" dirty="0">
              <a:solidFill>
                <a:schemeClr val="bg2">
                  <a:lumMod val="10000"/>
                </a:schemeClr>
              </a:solidFill>
              <a:latin typeface=""/>
            </a:endParaRPr>
          </a:p>
          <a:p>
            <a:pPr>
              <a:lnSpc>
                <a:spcPts val="3125"/>
              </a:lnSpc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48.072 waktu unik </a:t>
            </a:r>
          </a:p>
          <a:p>
            <a:pPr>
              <a:lnSpc>
                <a:spcPts val="3125"/>
              </a:lnSpc>
            </a:pPr>
            <a:r>
              <a:rPr lang="id-ID" sz="20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std_hour</a:t>
            </a: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 ≈ 6.9 </a:t>
            </a:r>
          </a:p>
          <a:p>
            <a:pPr>
              <a:lnSpc>
                <a:spcPts val="3125"/>
              </a:lnSpc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Indikasi: </a:t>
            </a: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"/>
              </a:rPr>
              <a:t>pola aktivitas mengarah pada penggunaan otomatis (</a:t>
            </a:r>
            <a:r>
              <a:rPr lang="id-ID" sz="2000" i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automated</a:t>
            </a:r>
            <a:r>
              <a:rPr lang="id-ID" sz="2000" i="1" dirty="0">
                <a:solidFill>
                  <a:schemeClr val="bg2">
                    <a:lumMod val="10000"/>
                  </a:schemeClr>
                </a:solidFill>
                <a:latin typeface=""/>
              </a:rPr>
              <a:t> </a:t>
            </a:r>
            <a:r>
              <a:rPr lang="id-ID" sz="2000" i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activity</a:t>
            </a: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"/>
              </a:rPr>
              <a:t>) atau potensi penyalahgunaan kredensial (</a:t>
            </a:r>
            <a:r>
              <a:rPr lang="id-ID" sz="2000" i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credential</a:t>
            </a:r>
            <a:r>
              <a:rPr lang="id-ID" sz="2000" i="1" dirty="0">
                <a:solidFill>
                  <a:schemeClr val="bg2">
                    <a:lumMod val="10000"/>
                  </a:schemeClr>
                </a:solidFill>
                <a:latin typeface=""/>
              </a:rPr>
              <a:t> </a:t>
            </a:r>
            <a:r>
              <a:rPr lang="id-ID" sz="2000" i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abuse</a:t>
            </a: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"/>
              </a:rPr>
              <a:t>).</a:t>
            </a:r>
            <a:endParaRPr lang="en-US" sz="2000" b="1" dirty="0">
              <a:solidFill>
                <a:schemeClr val="bg2">
                  <a:lumMod val="10000"/>
                </a:schemeClr>
              </a:solidFill>
              <a:latin typeface="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7F080A-13B3-F6A2-1AC2-CADA3A70ED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2285" y="-503623"/>
            <a:ext cx="1828804" cy="1828804"/>
          </a:xfrm>
          <a:prstGeom prst="rect">
            <a:avLst/>
          </a:prstGeom>
        </p:spPr>
      </p:pic>
      <p:sp>
        <p:nvSpPr>
          <p:cNvPr id="20" name="Shape 3">
            <a:extLst>
              <a:ext uri="{FF2B5EF4-FFF2-40B4-BE49-F238E27FC236}">
                <a16:creationId xmlns:a16="http://schemas.microsoft.com/office/drawing/2014/main" id="{453DCE28-A7A7-31B3-B694-20437DF4B33A}"/>
              </a:ext>
            </a:extLst>
          </p:cNvPr>
          <p:cNvSpPr/>
          <p:nvPr/>
        </p:nvSpPr>
        <p:spPr>
          <a:xfrm>
            <a:off x="7072093" y="4824710"/>
            <a:ext cx="4557379" cy="4380390"/>
          </a:xfrm>
          <a:prstGeom prst="roundRect">
            <a:avLst>
              <a:gd name="adj" fmla="val 5359"/>
            </a:avLst>
          </a:prstGeom>
          <a:solidFill>
            <a:srgbClr val="DCE7EF"/>
          </a:solidFill>
          <a:ln w="7620">
            <a:solidFill>
              <a:srgbClr val="C2CDD5"/>
            </a:solidFill>
            <a:prstDash val="solid"/>
          </a:ln>
        </p:spPr>
        <p:txBody>
          <a:bodyPr/>
          <a:lstStyle/>
          <a:p>
            <a:endParaRPr lang="en-ID" sz="3374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4CFB43E0-6C8C-E727-9D99-05999A162B2D}"/>
              </a:ext>
            </a:extLst>
          </p:cNvPr>
          <p:cNvSpPr/>
          <p:nvPr/>
        </p:nvSpPr>
        <p:spPr>
          <a:xfrm>
            <a:off x="7329527" y="5075228"/>
            <a:ext cx="3100653" cy="38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id-ID" sz="24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user_00680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"/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3CB19FA8-AAE8-9293-95B2-FF1F7F236256}"/>
              </a:ext>
            </a:extLst>
          </p:cNvPr>
          <p:cNvSpPr/>
          <p:nvPr/>
        </p:nvSpPr>
        <p:spPr>
          <a:xfrm>
            <a:off x="7329527" y="5713384"/>
            <a:ext cx="4074106" cy="3183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25"/>
              </a:lnSpc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184.335 </a:t>
            </a:r>
            <a:r>
              <a:rPr lang="id-ID" sz="20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logon</a:t>
            </a: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 </a:t>
            </a:r>
          </a:p>
          <a:p>
            <a:pPr>
              <a:lnSpc>
                <a:spcPts val="3125"/>
              </a:lnSpc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Aktivitas sepanjang 24 jam (0–23)</a:t>
            </a:r>
          </a:p>
          <a:p>
            <a:pPr>
              <a:lnSpc>
                <a:spcPts val="3125"/>
              </a:lnSpc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Indikasi: </a:t>
            </a: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"/>
              </a:rPr>
              <a:t>Pola menunjukkan perilaku non-manusia (non-human </a:t>
            </a:r>
            <a:r>
              <a:rPr lang="id-ID" sz="2000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behavior</a:t>
            </a: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"/>
              </a:rPr>
              <a:t>) yang kemungkinan dijalankan melalui skrip atau sistem otomatisasi.</a:t>
            </a:r>
            <a:endParaRPr lang="en-US" sz="2000" b="1" dirty="0">
              <a:solidFill>
                <a:schemeClr val="bg2">
                  <a:lumMod val="10000"/>
                </a:schemeClr>
              </a:solidFill>
              <a:latin typeface=""/>
            </a:endParaRPr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A26C2D2B-BA6D-2DBB-9A8E-574D5DE98BF3}"/>
              </a:ext>
            </a:extLst>
          </p:cNvPr>
          <p:cNvSpPr/>
          <p:nvPr/>
        </p:nvSpPr>
        <p:spPr>
          <a:xfrm>
            <a:off x="12390045" y="4824710"/>
            <a:ext cx="4557379" cy="4380390"/>
          </a:xfrm>
          <a:prstGeom prst="roundRect">
            <a:avLst>
              <a:gd name="adj" fmla="val 5359"/>
            </a:avLst>
          </a:prstGeom>
          <a:solidFill>
            <a:srgbClr val="DCE7EF"/>
          </a:solidFill>
          <a:ln w="7620">
            <a:solidFill>
              <a:srgbClr val="C2CDD5"/>
            </a:solidFill>
            <a:prstDash val="solid"/>
          </a:ln>
        </p:spPr>
        <p:txBody>
          <a:bodyPr/>
          <a:lstStyle/>
          <a:p>
            <a:endParaRPr lang="en-ID" sz="3374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DEDF1E13-898A-8594-9A2C-E40FBB39A9F6}"/>
              </a:ext>
            </a:extLst>
          </p:cNvPr>
          <p:cNvSpPr/>
          <p:nvPr/>
        </p:nvSpPr>
        <p:spPr>
          <a:xfrm>
            <a:off x="12647479" y="5075228"/>
            <a:ext cx="3100653" cy="38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id-ID" sz="24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user_00001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B0C046FE-C90C-E9BF-C99F-16368983539E}"/>
              </a:ext>
            </a:extLst>
          </p:cNvPr>
          <p:cNvSpPr/>
          <p:nvPr/>
        </p:nvSpPr>
        <p:spPr>
          <a:xfrm>
            <a:off x="12647479" y="5713384"/>
            <a:ext cx="4074106" cy="3183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25"/>
              </a:lnSpc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50.275 </a:t>
            </a:r>
            <a:r>
              <a:rPr lang="id-ID" sz="20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logon</a:t>
            </a: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 </a:t>
            </a:r>
          </a:p>
          <a:p>
            <a:pPr>
              <a:lnSpc>
                <a:spcPts val="3125"/>
              </a:lnSpc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Variasi waktu tinggi (20.833)</a:t>
            </a:r>
          </a:p>
          <a:p>
            <a:pPr>
              <a:lnSpc>
                <a:spcPts val="3125"/>
              </a:lnSpc>
            </a:pPr>
            <a:r>
              <a:rPr lang="id-ID" sz="20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Ensemble</a:t>
            </a: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 </a:t>
            </a:r>
            <a:r>
              <a:rPr lang="id-ID" sz="20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score</a:t>
            </a: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 tinggi (0.93)</a:t>
            </a:r>
          </a:p>
          <a:p>
            <a:pPr>
              <a:lnSpc>
                <a:spcPts val="3125"/>
              </a:lnSpc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Indikasi: </a:t>
            </a: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"/>
              </a:rPr>
              <a:t>Pola mengarah pada akses berkelanjutan (</a:t>
            </a:r>
            <a:r>
              <a:rPr lang="id-ID" sz="2000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persistent</a:t>
            </a: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"/>
              </a:rPr>
              <a:t> </a:t>
            </a:r>
            <a:r>
              <a:rPr lang="id-ID" sz="2000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access</a:t>
            </a: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"/>
              </a:rPr>
              <a:t>) dan kemungkinan pergerakan lateral (lateral </a:t>
            </a:r>
            <a:r>
              <a:rPr lang="id-ID" sz="2000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movement</a:t>
            </a: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"/>
              </a:rPr>
              <a:t>) dalam sistem.</a:t>
            </a:r>
            <a:endParaRPr lang="en-US" sz="2000" b="1" dirty="0">
              <a:solidFill>
                <a:schemeClr val="bg2">
                  <a:lumMod val="10000"/>
                </a:schemeClr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45445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219333" y="3593426"/>
            <a:ext cx="3100653" cy="38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437" b="1" dirty="0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Yang Dapat Dideteksi</a:t>
            </a:r>
            <a:endParaRPr lang="en-US" sz="2437" dirty="0"/>
          </a:p>
        </p:txBody>
      </p:sp>
      <p:sp>
        <p:nvSpPr>
          <p:cNvPr id="4" name="Text 2"/>
          <p:cNvSpPr/>
          <p:nvPr/>
        </p:nvSpPr>
        <p:spPr>
          <a:xfrm>
            <a:off x="1219334" y="4325102"/>
            <a:ext cx="4557379" cy="4058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25"/>
              </a:lnSpc>
            </a:pPr>
            <a:r>
              <a:rPr lang="id-ID" sz="24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2. Variabilitas Waktu Tinggi</a:t>
            </a:r>
          </a:p>
          <a:p>
            <a:pPr>
              <a:lnSpc>
                <a:spcPts val="3125"/>
              </a:lnSpc>
            </a:pPr>
            <a:r>
              <a:rPr lang="id-ID" sz="2000" dirty="0">
                <a:latin typeface=""/>
              </a:rPr>
              <a:t>User dengan distribusi waktu luas cenderung mencurigakan: </a:t>
            </a:r>
          </a:p>
          <a:p>
            <a:pPr marL="342900" indent="-342900">
              <a:lnSpc>
                <a:spcPts val="3125"/>
              </a:lnSpc>
              <a:buFont typeface="Arial" panose="020B0604020202020204" pitchFamily="34" charset="0"/>
              <a:buChar char="•"/>
            </a:pPr>
            <a:r>
              <a:rPr lang="id-ID" sz="2000" dirty="0">
                <a:latin typeface=""/>
              </a:rPr>
              <a:t>Aktivitas tidak mengikuti pola manusia (tidak ada jam istirahat)</a:t>
            </a:r>
          </a:p>
          <a:p>
            <a:pPr marL="342900" indent="-342900">
              <a:lnSpc>
                <a:spcPts val="3125"/>
              </a:lnSpc>
              <a:buFont typeface="Arial" panose="020B0604020202020204" pitchFamily="34" charset="0"/>
              <a:buChar char="•"/>
            </a:pPr>
            <a:r>
              <a:rPr lang="id-ID" sz="2000" dirty="0" err="1">
                <a:latin typeface=""/>
              </a:rPr>
              <a:t>std_hour</a:t>
            </a:r>
            <a:r>
              <a:rPr lang="id-ID" sz="2000" dirty="0">
                <a:latin typeface=""/>
              </a:rPr>
              <a:t> tinggi → distribusi merata sepanjang hari</a:t>
            </a:r>
            <a:endParaRPr lang="en-US" sz="2000" dirty="0">
              <a:latin typeface="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237890" y="3719770"/>
            <a:ext cx="4557379" cy="4380390"/>
          </a:xfrm>
          <a:prstGeom prst="roundRect">
            <a:avLst>
              <a:gd name="adj" fmla="val 5359"/>
            </a:avLst>
          </a:prstGeom>
          <a:solidFill>
            <a:srgbClr val="DCE7EF"/>
          </a:solidFill>
          <a:ln w="7620">
            <a:solidFill>
              <a:srgbClr val="C2CDD5"/>
            </a:solidFill>
            <a:prstDash val="solid"/>
          </a:ln>
        </p:spPr>
        <p:txBody>
          <a:bodyPr/>
          <a:lstStyle/>
          <a:p>
            <a:endParaRPr lang="en-ID" sz="3374"/>
          </a:p>
        </p:txBody>
      </p:sp>
      <p:sp>
        <p:nvSpPr>
          <p:cNvPr id="6" name="Text 4"/>
          <p:cNvSpPr/>
          <p:nvPr/>
        </p:nvSpPr>
        <p:spPr>
          <a:xfrm>
            <a:off x="7495324" y="3970288"/>
            <a:ext cx="3100653" cy="38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id-ID" sz="24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user_00056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95324" y="4608444"/>
            <a:ext cx="4074106" cy="3183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25"/>
              </a:lnSpc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181.418 </a:t>
            </a:r>
            <a:r>
              <a:rPr lang="id-ID" sz="20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logon</a:t>
            </a:r>
            <a:endParaRPr lang="id-ID" sz="2000" b="1" dirty="0">
              <a:solidFill>
                <a:schemeClr val="bg2">
                  <a:lumMod val="10000"/>
                </a:schemeClr>
              </a:solidFill>
              <a:latin typeface=""/>
            </a:endParaRPr>
          </a:p>
          <a:p>
            <a:pPr>
              <a:lnSpc>
                <a:spcPts val="3125"/>
              </a:lnSpc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48.072 waktu unik </a:t>
            </a:r>
          </a:p>
          <a:p>
            <a:pPr>
              <a:lnSpc>
                <a:spcPts val="3125"/>
              </a:lnSpc>
            </a:pPr>
            <a:r>
              <a:rPr lang="id-ID" sz="20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std_hour</a:t>
            </a: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 ≈ 6.9 </a:t>
            </a:r>
          </a:p>
          <a:p>
            <a:pPr>
              <a:lnSpc>
                <a:spcPts val="3125"/>
              </a:lnSpc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Indikasi: </a:t>
            </a: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"/>
              </a:rPr>
              <a:t>pola aktivitas mengarah pada penggunaan otomatis (</a:t>
            </a:r>
            <a:r>
              <a:rPr lang="id-ID" sz="2000" i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automated</a:t>
            </a:r>
            <a:r>
              <a:rPr lang="id-ID" sz="2000" i="1" dirty="0">
                <a:solidFill>
                  <a:schemeClr val="bg2">
                    <a:lumMod val="10000"/>
                  </a:schemeClr>
                </a:solidFill>
                <a:latin typeface=""/>
              </a:rPr>
              <a:t> </a:t>
            </a:r>
            <a:r>
              <a:rPr lang="id-ID" sz="2000" i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activity</a:t>
            </a: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"/>
              </a:rPr>
              <a:t>) atau potensi penyalahgunaan kredensial (</a:t>
            </a:r>
            <a:r>
              <a:rPr lang="id-ID" sz="2000" i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credential</a:t>
            </a:r>
            <a:r>
              <a:rPr lang="id-ID" sz="2000" i="1" dirty="0">
                <a:solidFill>
                  <a:schemeClr val="bg2">
                    <a:lumMod val="10000"/>
                  </a:schemeClr>
                </a:solidFill>
                <a:latin typeface=""/>
              </a:rPr>
              <a:t> </a:t>
            </a:r>
            <a:r>
              <a:rPr lang="id-ID" sz="2000" i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abuse</a:t>
            </a: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"/>
              </a:rPr>
              <a:t>).</a:t>
            </a:r>
            <a:endParaRPr lang="en-US" sz="2000" b="1" dirty="0">
              <a:solidFill>
                <a:schemeClr val="bg2">
                  <a:lumMod val="10000"/>
                </a:schemeClr>
              </a:solidFill>
              <a:latin typeface="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7F080A-13B3-F6A2-1AC2-CADA3A70ED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2285" y="-503623"/>
            <a:ext cx="1828804" cy="1828804"/>
          </a:xfrm>
          <a:prstGeom prst="rect">
            <a:avLst/>
          </a:prstGeom>
        </p:spPr>
      </p:pic>
      <p:sp>
        <p:nvSpPr>
          <p:cNvPr id="23" name="Shape 3">
            <a:extLst>
              <a:ext uri="{FF2B5EF4-FFF2-40B4-BE49-F238E27FC236}">
                <a16:creationId xmlns:a16="http://schemas.microsoft.com/office/drawing/2014/main" id="{A26C2D2B-BA6D-2DBB-9A8E-574D5DE98BF3}"/>
              </a:ext>
            </a:extLst>
          </p:cNvPr>
          <p:cNvSpPr/>
          <p:nvPr/>
        </p:nvSpPr>
        <p:spPr>
          <a:xfrm>
            <a:off x="12737127" y="3686946"/>
            <a:ext cx="4557379" cy="4380390"/>
          </a:xfrm>
          <a:prstGeom prst="roundRect">
            <a:avLst>
              <a:gd name="adj" fmla="val 5359"/>
            </a:avLst>
          </a:prstGeom>
          <a:solidFill>
            <a:srgbClr val="DCE7EF"/>
          </a:solidFill>
          <a:ln w="7620">
            <a:solidFill>
              <a:srgbClr val="C2CDD5"/>
            </a:solidFill>
            <a:prstDash val="solid"/>
          </a:ln>
        </p:spPr>
        <p:txBody>
          <a:bodyPr/>
          <a:lstStyle/>
          <a:p>
            <a:endParaRPr lang="en-ID" sz="3374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DEDF1E13-898A-8594-9A2C-E40FBB39A9F6}"/>
              </a:ext>
            </a:extLst>
          </p:cNvPr>
          <p:cNvSpPr/>
          <p:nvPr/>
        </p:nvSpPr>
        <p:spPr>
          <a:xfrm>
            <a:off x="12994561" y="3937464"/>
            <a:ext cx="3100653" cy="38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id-ID" sz="24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user_00001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B0C046FE-C90C-E9BF-C99F-16368983539E}"/>
              </a:ext>
            </a:extLst>
          </p:cNvPr>
          <p:cNvSpPr/>
          <p:nvPr/>
        </p:nvSpPr>
        <p:spPr>
          <a:xfrm>
            <a:off x="12994561" y="4575620"/>
            <a:ext cx="4074106" cy="3183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25"/>
              </a:lnSpc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50.275 </a:t>
            </a:r>
            <a:r>
              <a:rPr lang="id-ID" sz="20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logon</a:t>
            </a: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 </a:t>
            </a:r>
          </a:p>
          <a:p>
            <a:pPr>
              <a:lnSpc>
                <a:spcPts val="3125"/>
              </a:lnSpc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Variasi waktu tinggi (20.833)</a:t>
            </a:r>
          </a:p>
          <a:p>
            <a:pPr>
              <a:lnSpc>
                <a:spcPts val="3125"/>
              </a:lnSpc>
            </a:pPr>
            <a:r>
              <a:rPr lang="id-ID" sz="20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Ensemble</a:t>
            </a: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 </a:t>
            </a:r>
            <a:r>
              <a:rPr lang="id-ID" sz="20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score</a:t>
            </a: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 tinggi (0.93)</a:t>
            </a:r>
          </a:p>
          <a:p>
            <a:pPr>
              <a:lnSpc>
                <a:spcPts val="3125"/>
              </a:lnSpc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Indikasi: </a:t>
            </a: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"/>
              </a:rPr>
              <a:t>Pola mengarah pada akses berkelanjutan (</a:t>
            </a:r>
            <a:r>
              <a:rPr lang="id-ID" sz="2000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persistent</a:t>
            </a: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"/>
              </a:rPr>
              <a:t> </a:t>
            </a:r>
            <a:r>
              <a:rPr lang="id-ID" sz="2000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access</a:t>
            </a: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"/>
              </a:rPr>
              <a:t>) dan kemungkinan pergerakan lateral (lateral </a:t>
            </a:r>
            <a:r>
              <a:rPr lang="id-ID" sz="2000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movement</a:t>
            </a: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"/>
              </a:rPr>
              <a:t>) dalam sistem.</a:t>
            </a:r>
            <a:endParaRPr lang="en-US" sz="2000" b="1" dirty="0">
              <a:solidFill>
                <a:schemeClr val="bg2">
                  <a:lumMod val="10000"/>
                </a:schemeClr>
              </a:solidFill>
              <a:latin typeface=""/>
            </a:endParaRPr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8B630D74-9531-0439-4FB1-2EE04ECBD52D}"/>
              </a:ext>
            </a:extLst>
          </p:cNvPr>
          <p:cNvSpPr/>
          <p:nvPr/>
        </p:nvSpPr>
        <p:spPr>
          <a:xfrm>
            <a:off x="993495" y="1538646"/>
            <a:ext cx="12996197" cy="774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062"/>
              </a:lnSpc>
            </a:pPr>
            <a:r>
              <a:rPr lang="en-US" sz="4874" b="1" dirty="0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Progress </a:t>
            </a:r>
            <a:r>
              <a:rPr lang="en-US" sz="4874" b="1" dirty="0" err="1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Eksperimen</a:t>
            </a:r>
            <a:r>
              <a:rPr lang="en-US" sz="4874" b="1" dirty="0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&amp; Hasil</a:t>
            </a:r>
            <a:endParaRPr lang="en-US" sz="4874" dirty="0"/>
          </a:p>
        </p:txBody>
      </p:sp>
    </p:spTree>
    <p:extLst>
      <p:ext uri="{BB962C8B-B14F-4D97-AF65-F5344CB8AC3E}">
        <p14:creationId xmlns:p14="http://schemas.microsoft.com/office/powerpoint/2010/main" val="2257451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219333" y="3750128"/>
            <a:ext cx="3100653" cy="38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437" b="1" dirty="0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Yang Dapat Dideteksi</a:t>
            </a:r>
            <a:endParaRPr lang="en-US" sz="2437" dirty="0"/>
          </a:p>
        </p:txBody>
      </p:sp>
      <p:sp>
        <p:nvSpPr>
          <p:cNvPr id="4" name="Text 2"/>
          <p:cNvSpPr/>
          <p:nvPr/>
        </p:nvSpPr>
        <p:spPr>
          <a:xfrm>
            <a:off x="1219334" y="4481804"/>
            <a:ext cx="4557379" cy="4058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25"/>
              </a:lnSpc>
            </a:pPr>
            <a:r>
              <a:rPr lang="id-ID" sz="24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3. Akses Multi-</a:t>
            </a:r>
            <a:r>
              <a:rPr lang="id-ID" sz="24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Host</a:t>
            </a:r>
            <a:r>
              <a:rPr lang="id-ID" sz="24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 / Multi-IP</a:t>
            </a:r>
          </a:p>
          <a:p>
            <a:pPr marL="373063" lvl="1">
              <a:lnSpc>
                <a:spcPts val="3125"/>
              </a:lnSpc>
            </a:pPr>
            <a:r>
              <a:rPr lang="id-ID" sz="2000" dirty="0">
                <a:latin typeface=""/>
              </a:rPr>
              <a:t>Analisis terhadap pola akses pengguna menunjukkan adanya aktivitas yang melibatkan lebih dari satu </a:t>
            </a:r>
            <a:r>
              <a:rPr lang="id-ID" sz="2000" dirty="0" err="1">
                <a:latin typeface=""/>
              </a:rPr>
              <a:t>host</a:t>
            </a:r>
            <a:r>
              <a:rPr lang="id-ID" sz="2000" dirty="0">
                <a:latin typeface=""/>
              </a:rPr>
              <a:t> dan alamat IP dalam periode waktu tertentu.</a:t>
            </a:r>
            <a:endParaRPr lang="en-US" sz="2000" dirty="0">
              <a:latin typeface="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237890" y="3719770"/>
            <a:ext cx="4557379" cy="4380390"/>
          </a:xfrm>
          <a:prstGeom prst="roundRect">
            <a:avLst>
              <a:gd name="adj" fmla="val 5359"/>
            </a:avLst>
          </a:prstGeom>
          <a:solidFill>
            <a:srgbClr val="DCE7EF"/>
          </a:solidFill>
          <a:ln w="7620">
            <a:solidFill>
              <a:srgbClr val="C2CDD5"/>
            </a:solidFill>
            <a:prstDash val="solid"/>
          </a:ln>
        </p:spPr>
        <p:txBody>
          <a:bodyPr/>
          <a:lstStyle/>
          <a:p>
            <a:endParaRPr lang="en-ID" sz="3374"/>
          </a:p>
        </p:txBody>
      </p:sp>
      <p:sp>
        <p:nvSpPr>
          <p:cNvPr id="6" name="Text 4"/>
          <p:cNvSpPr/>
          <p:nvPr/>
        </p:nvSpPr>
        <p:spPr>
          <a:xfrm>
            <a:off x="7495324" y="3970288"/>
            <a:ext cx="3100653" cy="38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id-ID" sz="24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user_00687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95324" y="4608444"/>
            <a:ext cx="4074106" cy="3183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25"/>
              </a:lnSpc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1.001 </a:t>
            </a:r>
            <a:r>
              <a:rPr lang="id-ID" sz="20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logon</a:t>
            </a: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 </a:t>
            </a:r>
          </a:p>
          <a:p>
            <a:pPr>
              <a:lnSpc>
                <a:spcPts val="3125"/>
              </a:lnSpc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625 variasi waktu </a:t>
            </a:r>
          </a:p>
          <a:p>
            <a:pPr>
              <a:lnSpc>
                <a:spcPts val="3125"/>
              </a:lnSpc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akses ke 3 </a:t>
            </a:r>
            <a:r>
              <a:rPr lang="id-ID" sz="20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host</a:t>
            </a: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 &amp; 3 IP</a:t>
            </a:r>
          </a:p>
          <a:p>
            <a:pPr>
              <a:lnSpc>
                <a:spcPts val="3125"/>
              </a:lnSpc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Indikasi: </a:t>
            </a: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"/>
              </a:rPr>
              <a:t>pola ini mengarah pada kemungkinan penggunaan ulang kredensial (</a:t>
            </a:r>
            <a:r>
              <a:rPr lang="id-ID" sz="2000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credential</a:t>
            </a: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"/>
              </a:rPr>
              <a:t> </a:t>
            </a:r>
            <a:r>
              <a:rPr lang="id-ID" sz="2000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reuse</a:t>
            </a: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"/>
              </a:rPr>
              <a:t>) atau aktivitas pergerakan lateral (lateral </a:t>
            </a:r>
            <a:r>
              <a:rPr lang="id-ID" sz="2000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movement</a:t>
            </a: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"/>
              </a:rPr>
              <a:t>) dalam jaringan.</a:t>
            </a:r>
            <a:endParaRPr lang="en-US" sz="2000" b="1" dirty="0">
              <a:solidFill>
                <a:schemeClr val="bg2">
                  <a:lumMod val="10000"/>
                </a:schemeClr>
              </a:solidFill>
              <a:latin typeface="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7F080A-13B3-F6A2-1AC2-CADA3A70ED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2285" y="-503623"/>
            <a:ext cx="1828804" cy="1828804"/>
          </a:xfrm>
          <a:prstGeom prst="rect">
            <a:avLst/>
          </a:prstGeom>
        </p:spPr>
      </p:pic>
      <p:sp>
        <p:nvSpPr>
          <p:cNvPr id="23" name="Shape 3">
            <a:extLst>
              <a:ext uri="{FF2B5EF4-FFF2-40B4-BE49-F238E27FC236}">
                <a16:creationId xmlns:a16="http://schemas.microsoft.com/office/drawing/2014/main" id="{A26C2D2B-BA6D-2DBB-9A8E-574D5DE98BF3}"/>
              </a:ext>
            </a:extLst>
          </p:cNvPr>
          <p:cNvSpPr/>
          <p:nvPr/>
        </p:nvSpPr>
        <p:spPr>
          <a:xfrm>
            <a:off x="12737127" y="3686946"/>
            <a:ext cx="4557379" cy="4380390"/>
          </a:xfrm>
          <a:prstGeom prst="roundRect">
            <a:avLst>
              <a:gd name="adj" fmla="val 5359"/>
            </a:avLst>
          </a:prstGeom>
          <a:solidFill>
            <a:srgbClr val="DCE7EF"/>
          </a:solidFill>
          <a:ln w="7620">
            <a:solidFill>
              <a:srgbClr val="C2CDD5"/>
            </a:solidFill>
            <a:prstDash val="solid"/>
          </a:ln>
        </p:spPr>
        <p:txBody>
          <a:bodyPr/>
          <a:lstStyle/>
          <a:p>
            <a:endParaRPr lang="en-ID" sz="3374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DEDF1E13-898A-8594-9A2C-E40FBB39A9F6}"/>
              </a:ext>
            </a:extLst>
          </p:cNvPr>
          <p:cNvSpPr/>
          <p:nvPr/>
        </p:nvSpPr>
        <p:spPr>
          <a:xfrm>
            <a:off x="12994561" y="3937464"/>
            <a:ext cx="3100653" cy="38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id-ID" sz="24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user_00040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B0C046FE-C90C-E9BF-C99F-16368983539E}"/>
              </a:ext>
            </a:extLst>
          </p:cNvPr>
          <p:cNvSpPr/>
          <p:nvPr/>
        </p:nvSpPr>
        <p:spPr>
          <a:xfrm>
            <a:off x="12994561" y="4575620"/>
            <a:ext cx="4074106" cy="3183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25"/>
              </a:lnSpc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433 </a:t>
            </a:r>
            <a:r>
              <a:rPr lang="id-ID" sz="20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logon</a:t>
            </a: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 </a:t>
            </a:r>
          </a:p>
          <a:p>
            <a:pPr>
              <a:lnSpc>
                <a:spcPts val="3125"/>
              </a:lnSpc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variabilitas tinggi </a:t>
            </a:r>
          </a:p>
          <a:p>
            <a:pPr>
              <a:lnSpc>
                <a:spcPts val="3125"/>
              </a:lnSpc>
            </a:pPr>
            <a:r>
              <a:rPr lang="id-ID" sz="20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multi</a:t>
            </a: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-IP </a:t>
            </a:r>
            <a:r>
              <a:rPr lang="id-ID" sz="20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access</a:t>
            </a:r>
            <a:endParaRPr lang="id-ID" sz="2000" b="1" dirty="0">
              <a:solidFill>
                <a:schemeClr val="bg2">
                  <a:lumMod val="10000"/>
                </a:schemeClr>
              </a:solidFill>
              <a:latin typeface=""/>
            </a:endParaRPr>
          </a:p>
          <a:p>
            <a:pPr>
              <a:lnSpc>
                <a:spcPts val="3125"/>
              </a:lnSpc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Indikasi: </a:t>
            </a: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"/>
              </a:rPr>
              <a:t>pola menunjukkan adanya perubahan pola perilaku (</a:t>
            </a:r>
            <a:r>
              <a:rPr lang="id-ID" sz="2000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behavioral</a:t>
            </a: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"/>
              </a:rPr>
              <a:t> </a:t>
            </a:r>
            <a:r>
              <a:rPr lang="id-ID" sz="2000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anomaly</a:t>
            </a: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"/>
              </a:rPr>
              <a:t>) yang tidak konsisten dengan profil akses normal pengguna.</a:t>
            </a:r>
            <a:endParaRPr lang="en-US" sz="2000" b="1" dirty="0">
              <a:solidFill>
                <a:schemeClr val="bg2">
                  <a:lumMod val="10000"/>
                </a:schemeClr>
              </a:solidFill>
              <a:latin typeface="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43B75072-857D-7062-D86C-FA90C6984265}"/>
              </a:ext>
            </a:extLst>
          </p:cNvPr>
          <p:cNvSpPr/>
          <p:nvPr/>
        </p:nvSpPr>
        <p:spPr>
          <a:xfrm>
            <a:off x="993495" y="1538646"/>
            <a:ext cx="12996197" cy="774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062"/>
              </a:lnSpc>
            </a:pPr>
            <a:r>
              <a:rPr lang="en-US" sz="4874" b="1" dirty="0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Progress </a:t>
            </a:r>
            <a:r>
              <a:rPr lang="en-US" sz="4874" b="1" dirty="0" err="1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Eksperimen</a:t>
            </a:r>
            <a:r>
              <a:rPr lang="en-US" sz="4874" b="1" dirty="0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&amp; Hasil</a:t>
            </a:r>
            <a:endParaRPr lang="en-US" sz="4874" dirty="0"/>
          </a:p>
        </p:txBody>
      </p:sp>
    </p:spTree>
    <p:extLst>
      <p:ext uri="{BB962C8B-B14F-4D97-AF65-F5344CB8AC3E}">
        <p14:creationId xmlns:p14="http://schemas.microsoft.com/office/powerpoint/2010/main" val="1279744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219333" y="3750128"/>
            <a:ext cx="3100653" cy="38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437" b="1" dirty="0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Yang Dapat Dideteksi</a:t>
            </a:r>
            <a:endParaRPr lang="en-US" sz="2437" dirty="0"/>
          </a:p>
        </p:txBody>
      </p:sp>
      <p:sp>
        <p:nvSpPr>
          <p:cNvPr id="4" name="Text 2"/>
          <p:cNvSpPr/>
          <p:nvPr/>
        </p:nvSpPr>
        <p:spPr>
          <a:xfrm>
            <a:off x="1219334" y="4481804"/>
            <a:ext cx="4557379" cy="4058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5913" indent="-315913">
              <a:lnSpc>
                <a:spcPts val="3125"/>
              </a:lnSpc>
            </a:pPr>
            <a:r>
              <a:rPr lang="id-ID" sz="24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4. Kombinasi Skor Anomali Tinggi</a:t>
            </a:r>
          </a:p>
          <a:p>
            <a:pPr marL="373063" lvl="1">
              <a:lnSpc>
                <a:spcPts val="3125"/>
              </a:lnSpc>
            </a:pPr>
            <a:r>
              <a:rPr lang="id-ID" sz="2000" dirty="0">
                <a:latin typeface=""/>
              </a:rPr>
              <a:t>User dengan skor tinggi biasanya memiliki kombinasi: </a:t>
            </a:r>
          </a:p>
          <a:p>
            <a:pPr marL="715963" lvl="1" indent="-342900">
              <a:lnSpc>
                <a:spcPts val="3125"/>
              </a:lnSpc>
              <a:buFont typeface="Arial" panose="020B0604020202020204" pitchFamily="34" charset="0"/>
              <a:buChar char="•"/>
            </a:pPr>
            <a:r>
              <a:rPr lang="id-ID" sz="2000" dirty="0">
                <a:latin typeface=""/>
              </a:rPr>
              <a:t>volume tinggi </a:t>
            </a:r>
          </a:p>
          <a:p>
            <a:pPr marL="715963" lvl="1" indent="-342900">
              <a:lnSpc>
                <a:spcPts val="3125"/>
              </a:lnSpc>
              <a:buFont typeface="Arial" panose="020B0604020202020204" pitchFamily="34" charset="0"/>
              <a:buChar char="•"/>
            </a:pPr>
            <a:r>
              <a:rPr lang="id-ID" sz="2000" dirty="0">
                <a:latin typeface=""/>
              </a:rPr>
              <a:t>variabilitas tinggi </a:t>
            </a:r>
          </a:p>
          <a:p>
            <a:pPr marL="715963" lvl="1" indent="-342900">
              <a:lnSpc>
                <a:spcPts val="3125"/>
              </a:lnSpc>
              <a:buFont typeface="Arial" panose="020B0604020202020204" pitchFamily="34" charset="0"/>
              <a:buChar char="•"/>
            </a:pPr>
            <a:r>
              <a:rPr lang="id-ID" sz="2000" dirty="0">
                <a:latin typeface=""/>
              </a:rPr>
              <a:t>distribusi akses luas.</a:t>
            </a:r>
            <a:endParaRPr lang="en-US" sz="2000" dirty="0">
              <a:latin typeface="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7F080A-13B3-F6A2-1AC2-CADA3A70ED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2285" y="-503623"/>
            <a:ext cx="1828804" cy="1828804"/>
          </a:xfrm>
          <a:prstGeom prst="rect">
            <a:avLst/>
          </a:prstGeom>
        </p:spPr>
      </p:pic>
      <p:sp>
        <p:nvSpPr>
          <p:cNvPr id="8" name="Shape 3">
            <a:extLst>
              <a:ext uri="{FF2B5EF4-FFF2-40B4-BE49-F238E27FC236}">
                <a16:creationId xmlns:a16="http://schemas.microsoft.com/office/drawing/2014/main" id="{CA9C676E-964C-4F4C-B3AA-F0D5B238D191}"/>
              </a:ext>
            </a:extLst>
          </p:cNvPr>
          <p:cNvSpPr/>
          <p:nvPr/>
        </p:nvSpPr>
        <p:spPr>
          <a:xfrm>
            <a:off x="7237890" y="3719770"/>
            <a:ext cx="4557379" cy="4380390"/>
          </a:xfrm>
          <a:prstGeom prst="roundRect">
            <a:avLst>
              <a:gd name="adj" fmla="val 5359"/>
            </a:avLst>
          </a:prstGeom>
          <a:solidFill>
            <a:srgbClr val="DCE7EF"/>
          </a:solidFill>
          <a:ln w="7620">
            <a:solidFill>
              <a:srgbClr val="C2CDD5"/>
            </a:solidFill>
            <a:prstDash val="solid"/>
          </a:ln>
        </p:spPr>
        <p:txBody>
          <a:bodyPr/>
          <a:lstStyle/>
          <a:p>
            <a:endParaRPr lang="en-ID" sz="3374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E64C5858-7F34-D750-DA2F-66DB80B9D571}"/>
              </a:ext>
            </a:extLst>
          </p:cNvPr>
          <p:cNvSpPr/>
          <p:nvPr/>
        </p:nvSpPr>
        <p:spPr>
          <a:xfrm>
            <a:off x="7495324" y="3970288"/>
            <a:ext cx="3100653" cy="38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id-ID" sz="24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user_00056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08A521D1-2A93-295E-9942-749DFA98F189}"/>
              </a:ext>
            </a:extLst>
          </p:cNvPr>
          <p:cNvSpPr/>
          <p:nvPr/>
        </p:nvSpPr>
        <p:spPr>
          <a:xfrm>
            <a:off x="7495324" y="4608444"/>
            <a:ext cx="4074106" cy="3183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25"/>
              </a:lnSpc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181.418 </a:t>
            </a:r>
            <a:r>
              <a:rPr lang="id-ID" sz="20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logon</a:t>
            </a:r>
            <a:endParaRPr lang="id-ID" sz="2000" b="1" dirty="0">
              <a:solidFill>
                <a:schemeClr val="bg2">
                  <a:lumMod val="10000"/>
                </a:schemeClr>
              </a:solidFill>
              <a:latin typeface=""/>
            </a:endParaRPr>
          </a:p>
          <a:p>
            <a:pPr>
              <a:lnSpc>
                <a:spcPts val="3125"/>
              </a:lnSpc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48.072 waktu unik </a:t>
            </a:r>
          </a:p>
          <a:p>
            <a:pPr>
              <a:lnSpc>
                <a:spcPts val="3125"/>
              </a:lnSpc>
            </a:pPr>
            <a:r>
              <a:rPr lang="id-ID" sz="20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std_hour</a:t>
            </a: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 ≈ 6.9 </a:t>
            </a:r>
          </a:p>
          <a:p>
            <a:pPr>
              <a:lnSpc>
                <a:spcPts val="3125"/>
              </a:lnSpc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Indikasi: </a:t>
            </a: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"/>
              </a:rPr>
              <a:t>pola aktivitas mengarah pada penggunaan otomatis (</a:t>
            </a:r>
            <a:r>
              <a:rPr lang="id-ID" sz="2000" i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automated</a:t>
            </a:r>
            <a:r>
              <a:rPr lang="id-ID" sz="2000" i="1" dirty="0">
                <a:solidFill>
                  <a:schemeClr val="bg2">
                    <a:lumMod val="10000"/>
                  </a:schemeClr>
                </a:solidFill>
                <a:latin typeface=""/>
              </a:rPr>
              <a:t> </a:t>
            </a:r>
            <a:r>
              <a:rPr lang="id-ID" sz="2000" i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activity</a:t>
            </a: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"/>
              </a:rPr>
              <a:t>) atau potensi penyalahgunaan kredensial (</a:t>
            </a:r>
            <a:r>
              <a:rPr lang="id-ID" sz="2000" i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credential</a:t>
            </a:r>
            <a:r>
              <a:rPr lang="id-ID" sz="2000" i="1" dirty="0">
                <a:solidFill>
                  <a:schemeClr val="bg2">
                    <a:lumMod val="10000"/>
                  </a:schemeClr>
                </a:solidFill>
                <a:latin typeface=""/>
              </a:rPr>
              <a:t> </a:t>
            </a:r>
            <a:r>
              <a:rPr lang="id-ID" sz="2000" i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abuse</a:t>
            </a: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"/>
              </a:rPr>
              <a:t>).</a:t>
            </a:r>
            <a:endParaRPr lang="en-US" sz="2000" b="1" dirty="0">
              <a:solidFill>
                <a:schemeClr val="bg2">
                  <a:lumMod val="10000"/>
                </a:schemeClr>
              </a:solidFill>
              <a:latin typeface=""/>
            </a:endParaRP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B0B94435-B074-5E47-A2EB-26700ECAC01C}"/>
              </a:ext>
            </a:extLst>
          </p:cNvPr>
          <p:cNvSpPr/>
          <p:nvPr/>
        </p:nvSpPr>
        <p:spPr>
          <a:xfrm>
            <a:off x="12737127" y="3686946"/>
            <a:ext cx="4557379" cy="4380390"/>
          </a:xfrm>
          <a:prstGeom prst="roundRect">
            <a:avLst>
              <a:gd name="adj" fmla="val 5359"/>
            </a:avLst>
          </a:prstGeom>
          <a:solidFill>
            <a:srgbClr val="DCE7EF"/>
          </a:solidFill>
          <a:ln w="7620">
            <a:solidFill>
              <a:srgbClr val="C2CDD5"/>
            </a:solidFill>
            <a:prstDash val="solid"/>
          </a:ln>
        </p:spPr>
        <p:txBody>
          <a:bodyPr/>
          <a:lstStyle/>
          <a:p>
            <a:endParaRPr lang="en-ID" sz="3374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DC852758-366C-6D16-F0B0-FA4A35602D30}"/>
              </a:ext>
            </a:extLst>
          </p:cNvPr>
          <p:cNvSpPr/>
          <p:nvPr/>
        </p:nvSpPr>
        <p:spPr>
          <a:xfrm>
            <a:off x="12994561" y="3937464"/>
            <a:ext cx="3100653" cy="38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id-ID" sz="24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user_00001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2DA4AECC-58D1-0A48-9E8A-4EC895D9CD3A}"/>
              </a:ext>
            </a:extLst>
          </p:cNvPr>
          <p:cNvSpPr/>
          <p:nvPr/>
        </p:nvSpPr>
        <p:spPr>
          <a:xfrm>
            <a:off x="12994561" y="4575620"/>
            <a:ext cx="4074106" cy="3183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25"/>
              </a:lnSpc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50.275 </a:t>
            </a:r>
            <a:r>
              <a:rPr lang="id-ID" sz="20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logon</a:t>
            </a: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 </a:t>
            </a:r>
          </a:p>
          <a:p>
            <a:pPr>
              <a:lnSpc>
                <a:spcPts val="3125"/>
              </a:lnSpc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Variasi waktu tinggi (20.833)</a:t>
            </a:r>
          </a:p>
          <a:p>
            <a:pPr>
              <a:lnSpc>
                <a:spcPts val="3125"/>
              </a:lnSpc>
            </a:pPr>
            <a:r>
              <a:rPr lang="id-ID" sz="20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Ensemble</a:t>
            </a: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 </a:t>
            </a:r>
            <a:r>
              <a:rPr lang="id-ID" sz="2000" b="1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score</a:t>
            </a: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 tinggi (0.93)</a:t>
            </a:r>
          </a:p>
          <a:p>
            <a:pPr>
              <a:lnSpc>
                <a:spcPts val="3125"/>
              </a:lnSpc>
            </a:pPr>
            <a:r>
              <a:rPr lang="id-ID" sz="2000" b="1" dirty="0">
                <a:solidFill>
                  <a:schemeClr val="bg2">
                    <a:lumMod val="10000"/>
                  </a:schemeClr>
                </a:solidFill>
                <a:latin typeface=""/>
              </a:rPr>
              <a:t>Indikasi: </a:t>
            </a: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"/>
              </a:rPr>
              <a:t>Pola mengarah pada akses berkelanjutan (</a:t>
            </a:r>
            <a:r>
              <a:rPr lang="id-ID" sz="2000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persistent</a:t>
            </a: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"/>
              </a:rPr>
              <a:t> </a:t>
            </a:r>
            <a:r>
              <a:rPr lang="id-ID" sz="2000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access</a:t>
            </a: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"/>
              </a:rPr>
              <a:t>) dan kemungkinan pergerakan lateral (lateral </a:t>
            </a:r>
            <a:r>
              <a:rPr lang="id-ID" sz="2000" dirty="0" err="1">
                <a:solidFill>
                  <a:schemeClr val="bg2">
                    <a:lumMod val="10000"/>
                  </a:schemeClr>
                </a:solidFill>
                <a:latin typeface=""/>
              </a:rPr>
              <a:t>movement</a:t>
            </a: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"/>
              </a:rPr>
              <a:t>) dalam sistem.</a:t>
            </a:r>
            <a:endParaRPr lang="en-US" sz="2000" b="1" dirty="0">
              <a:solidFill>
                <a:schemeClr val="bg2">
                  <a:lumMod val="10000"/>
                </a:schemeClr>
              </a:solidFill>
              <a:latin typeface="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963E531E-0543-D254-9DBF-60B6EE2F220E}"/>
              </a:ext>
            </a:extLst>
          </p:cNvPr>
          <p:cNvSpPr/>
          <p:nvPr/>
        </p:nvSpPr>
        <p:spPr>
          <a:xfrm>
            <a:off x="993495" y="1538646"/>
            <a:ext cx="12996197" cy="774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062"/>
              </a:lnSpc>
            </a:pPr>
            <a:r>
              <a:rPr lang="en-US" sz="4874" b="1" dirty="0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Progress </a:t>
            </a:r>
            <a:r>
              <a:rPr lang="en-US" sz="4874" b="1" dirty="0" err="1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Eksperimen</a:t>
            </a:r>
            <a:r>
              <a:rPr lang="en-US" sz="4874" b="1" dirty="0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&amp; Hasil</a:t>
            </a:r>
            <a:endParaRPr lang="en-US" sz="4874" dirty="0"/>
          </a:p>
        </p:txBody>
      </p:sp>
    </p:spTree>
    <p:extLst>
      <p:ext uri="{BB962C8B-B14F-4D97-AF65-F5344CB8AC3E}">
        <p14:creationId xmlns:p14="http://schemas.microsoft.com/office/powerpoint/2010/main" val="363408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/>
          <p:cNvSpPr/>
          <p:nvPr/>
        </p:nvSpPr>
        <p:spPr>
          <a:xfrm>
            <a:off x="2228860" y="4569106"/>
            <a:ext cx="3100653" cy="38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437" b="1" dirty="0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Yang Sulit Dideteksi</a:t>
            </a:r>
            <a:endParaRPr lang="en-US" sz="2437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7F080A-13B3-F6A2-1AC2-CADA3A70ED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2285" y="-503623"/>
            <a:ext cx="1828804" cy="1828804"/>
          </a:xfrm>
          <a:prstGeom prst="rect">
            <a:avLst/>
          </a:prstGeom>
        </p:spPr>
      </p:pic>
      <p:sp>
        <p:nvSpPr>
          <p:cNvPr id="8" name="Shape 10">
            <a:extLst>
              <a:ext uri="{FF2B5EF4-FFF2-40B4-BE49-F238E27FC236}">
                <a16:creationId xmlns:a16="http://schemas.microsoft.com/office/drawing/2014/main" id="{36AC98B4-146A-E157-D616-2C41337A98D4}"/>
              </a:ext>
            </a:extLst>
          </p:cNvPr>
          <p:cNvSpPr/>
          <p:nvPr/>
        </p:nvSpPr>
        <p:spPr>
          <a:xfrm>
            <a:off x="3121325" y="5142706"/>
            <a:ext cx="6397905" cy="2555972"/>
          </a:xfrm>
          <a:prstGeom prst="roundRect">
            <a:avLst>
              <a:gd name="adj" fmla="val 5639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ID" sz="3374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1B247554-8C31-1F66-E44E-CF8BF72FBB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9235" y="5511743"/>
            <a:ext cx="309961" cy="247909"/>
          </a:xfrm>
          <a:prstGeom prst="rect">
            <a:avLst/>
          </a:prstGeom>
        </p:spPr>
      </p:pic>
      <p:sp>
        <p:nvSpPr>
          <p:cNvPr id="10" name="Text 11">
            <a:extLst>
              <a:ext uri="{FF2B5EF4-FFF2-40B4-BE49-F238E27FC236}">
                <a16:creationId xmlns:a16="http://schemas.microsoft.com/office/drawing/2014/main" id="{DAD663B3-A101-ADC3-D519-89D2A82EFE56}"/>
              </a:ext>
            </a:extLst>
          </p:cNvPr>
          <p:cNvSpPr/>
          <p:nvPr/>
        </p:nvSpPr>
        <p:spPr>
          <a:xfrm>
            <a:off x="3927107" y="5452520"/>
            <a:ext cx="5249223" cy="2093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25"/>
              </a:lnSpc>
            </a:pPr>
            <a:r>
              <a:rPr lang="en-US" sz="1937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Serangan Low-and-Slow</a:t>
            </a:r>
          </a:p>
          <a:p>
            <a:pPr marL="342900" indent="-342900">
              <a:lnSpc>
                <a:spcPts val="3125"/>
              </a:lnSpc>
              <a:buFont typeface="Arial" panose="020B0604020202020204" pitchFamily="34" charset="0"/>
              <a:buChar char="•"/>
            </a:pPr>
            <a:r>
              <a:rPr lang="en-US" sz="1937" dirty="0" err="1"/>
              <a:t>Aktivitas</a:t>
            </a:r>
            <a:r>
              <a:rPr lang="en-US" sz="1937" dirty="0"/>
              <a:t> </a:t>
            </a:r>
            <a:r>
              <a:rPr lang="en-US" sz="1937" dirty="0" err="1"/>
              <a:t>kecil</a:t>
            </a:r>
            <a:r>
              <a:rPr lang="en-US" sz="1937" dirty="0"/>
              <a:t> </a:t>
            </a:r>
            <a:r>
              <a:rPr lang="en-US" sz="1937" dirty="0" err="1"/>
              <a:t>tapi</a:t>
            </a:r>
            <a:r>
              <a:rPr lang="en-US" sz="1937" dirty="0"/>
              <a:t> </a:t>
            </a:r>
            <a:r>
              <a:rPr lang="en-US" sz="1937" dirty="0" err="1"/>
              <a:t>konsisten</a:t>
            </a:r>
            <a:r>
              <a:rPr lang="en-US" sz="1937" dirty="0"/>
              <a:t> </a:t>
            </a:r>
          </a:p>
          <a:p>
            <a:pPr marL="342900" indent="-342900">
              <a:lnSpc>
                <a:spcPts val="3125"/>
              </a:lnSpc>
              <a:buFont typeface="Arial" panose="020B0604020202020204" pitchFamily="34" charset="0"/>
              <a:buChar char="•"/>
            </a:pPr>
            <a:r>
              <a:rPr lang="en-US" sz="1937" dirty="0" err="1"/>
              <a:t>Tidak</a:t>
            </a:r>
            <a:r>
              <a:rPr lang="en-US" sz="1937" dirty="0"/>
              <a:t> </a:t>
            </a:r>
            <a:r>
              <a:rPr lang="en-US" sz="1937" dirty="0" err="1"/>
              <a:t>memicu</a:t>
            </a:r>
            <a:r>
              <a:rPr lang="en-US" sz="1937" dirty="0"/>
              <a:t> </a:t>
            </a:r>
            <a:r>
              <a:rPr lang="en-US" sz="1937" dirty="0" err="1"/>
              <a:t>lonjakan</a:t>
            </a:r>
            <a:r>
              <a:rPr lang="en-US" sz="1937" dirty="0"/>
              <a:t> </a:t>
            </a:r>
            <a:r>
              <a:rPr lang="en-US" sz="1937" dirty="0" err="1"/>
              <a:t>metrik</a:t>
            </a:r>
            <a:endParaRPr lang="en-US" sz="1937" dirty="0"/>
          </a:p>
          <a:p>
            <a:pPr>
              <a:lnSpc>
                <a:spcPts val="3125"/>
              </a:lnSpc>
            </a:pPr>
            <a:r>
              <a:rPr lang="en-US" sz="1937" dirty="0" err="1"/>
              <a:t>Contoh</a:t>
            </a:r>
            <a:r>
              <a:rPr lang="en-US" sz="1937" dirty="0"/>
              <a:t>: user </a:t>
            </a:r>
            <a:r>
              <a:rPr lang="en-US" sz="1937" dirty="0" err="1"/>
              <a:t>seperti</a:t>
            </a:r>
            <a:r>
              <a:rPr lang="en-US" sz="1937" dirty="0"/>
              <a:t> user_00040 yang </a:t>
            </a:r>
            <a:r>
              <a:rPr lang="en-US" sz="1937" dirty="0" err="1"/>
              <a:t>dimana</a:t>
            </a:r>
            <a:r>
              <a:rPr lang="en-US" sz="1937" dirty="0"/>
              <a:t> volume </a:t>
            </a:r>
            <a:r>
              <a:rPr lang="en-US" sz="1937" dirty="0" err="1"/>
              <a:t>rendah</a:t>
            </a:r>
            <a:r>
              <a:rPr lang="en-US" sz="1937" dirty="0"/>
              <a:t> </a:t>
            </a:r>
            <a:r>
              <a:rPr lang="en-US" sz="1937" dirty="0" err="1"/>
              <a:t>tapi</a:t>
            </a:r>
            <a:r>
              <a:rPr lang="en-US" sz="1937" dirty="0"/>
              <a:t> </a:t>
            </a:r>
            <a:r>
              <a:rPr lang="en-US" sz="1937" dirty="0" err="1"/>
              <a:t>pola</a:t>
            </a:r>
            <a:r>
              <a:rPr lang="en-US" sz="1937" dirty="0"/>
              <a:t> </a:t>
            </a:r>
            <a:r>
              <a:rPr lang="en-US" sz="1937" dirty="0" err="1"/>
              <a:t>berubah</a:t>
            </a:r>
            <a:endParaRPr lang="en-US" sz="1937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4865B559-1DEC-C205-C04C-9ED822D5F427}"/>
              </a:ext>
            </a:extLst>
          </p:cNvPr>
          <p:cNvSpPr/>
          <p:nvPr/>
        </p:nvSpPr>
        <p:spPr>
          <a:xfrm>
            <a:off x="10004135" y="3549254"/>
            <a:ext cx="6397905" cy="5034103"/>
          </a:xfrm>
          <a:prstGeom prst="roundRect">
            <a:avLst>
              <a:gd name="adj" fmla="val 5639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ID" sz="3374"/>
          </a:p>
        </p:txBody>
      </p:sp>
      <p:pic>
        <p:nvPicPr>
          <p:cNvPr id="19" name="Image 0" descr="preencoded.png">
            <a:extLst>
              <a:ext uri="{FF2B5EF4-FFF2-40B4-BE49-F238E27FC236}">
                <a16:creationId xmlns:a16="http://schemas.microsoft.com/office/drawing/2014/main" id="{885DB9C5-3A64-7C87-1CFC-47DC9327D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2045" y="3918292"/>
            <a:ext cx="309961" cy="247909"/>
          </a:xfrm>
          <a:prstGeom prst="rect">
            <a:avLst/>
          </a:prstGeom>
        </p:spPr>
      </p:pic>
      <p:sp>
        <p:nvSpPr>
          <p:cNvPr id="23" name="Text 11">
            <a:extLst>
              <a:ext uri="{FF2B5EF4-FFF2-40B4-BE49-F238E27FC236}">
                <a16:creationId xmlns:a16="http://schemas.microsoft.com/office/drawing/2014/main" id="{892B991B-5F1E-43A9-FC16-48DAFFF768FD}"/>
              </a:ext>
            </a:extLst>
          </p:cNvPr>
          <p:cNvSpPr/>
          <p:nvPr/>
        </p:nvSpPr>
        <p:spPr>
          <a:xfrm>
            <a:off x="10809917" y="3859069"/>
            <a:ext cx="5249223" cy="2093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25"/>
              </a:lnSpc>
            </a:pPr>
            <a:r>
              <a:rPr lang="en-US" sz="1937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False Positive (Service Account)</a:t>
            </a:r>
          </a:p>
          <a:p>
            <a:pPr>
              <a:lnSpc>
                <a:spcPts val="3125"/>
              </a:lnSpc>
            </a:pPr>
            <a:r>
              <a:rPr lang="en-US" sz="1937" dirty="0"/>
              <a:t>User </a:t>
            </a:r>
            <a:r>
              <a:rPr lang="en-US" sz="1937" dirty="0" err="1"/>
              <a:t>dengan</a:t>
            </a:r>
            <a:r>
              <a:rPr lang="en-US" sz="1937" dirty="0"/>
              <a:t> </a:t>
            </a:r>
            <a:r>
              <a:rPr lang="en-US" sz="1937" dirty="0" err="1"/>
              <a:t>aktivitas</a:t>
            </a:r>
            <a:r>
              <a:rPr lang="en-US" sz="1937" dirty="0"/>
              <a:t> </a:t>
            </a:r>
            <a:r>
              <a:rPr lang="en-US" sz="1937" dirty="0" err="1"/>
              <a:t>tinggi</a:t>
            </a:r>
            <a:r>
              <a:rPr lang="en-US" sz="1937" dirty="0"/>
              <a:t> </a:t>
            </a:r>
            <a:r>
              <a:rPr lang="en-US" sz="1937" dirty="0" err="1"/>
              <a:t>belum</a:t>
            </a:r>
            <a:r>
              <a:rPr lang="en-US" sz="1937" dirty="0"/>
              <a:t> </a:t>
            </a:r>
            <a:r>
              <a:rPr lang="en-US" sz="1937" dirty="0" err="1"/>
              <a:t>tentu</a:t>
            </a:r>
            <a:r>
              <a:rPr lang="en-US" sz="1937" dirty="0"/>
              <a:t> attacker:</a:t>
            </a:r>
          </a:p>
          <a:p>
            <a:pPr>
              <a:lnSpc>
                <a:spcPts val="3125"/>
              </a:lnSpc>
            </a:pPr>
            <a:r>
              <a:rPr lang="en-US" sz="1937" dirty="0" err="1"/>
              <a:t>Contoh</a:t>
            </a:r>
            <a:r>
              <a:rPr lang="en-US" sz="1937" dirty="0"/>
              <a:t>: user_00056 &amp; user_00680 yang </a:t>
            </a:r>
            <a:r>
              <a:rPr lang="en-US" sz="1937" dirty="0" err="1"/>
              <a:t>dimana</a:t>
            </a:r>
            <a:r>
              <a:rPr lang="en-US" sz="1937" dirty="0"/>
              <a:t> </a:t>
            </a:r>
            <a:r>
              <a:rPr lang="en-US" sz="1937" dirty="0" err="1"/>
              <a:t>berasal</a:t>
            </a:r>
            <a:r>
              <a:rPr lang="en-US" sz="1937" dirty="0"/>
              <a:t> </a:t>
            </a:r>
            <a:r>
              <a:rPr lang="en-US" sz="1937" dirty="0" err="1"/>
              <a:t>dari</a:t>
            </a:r>
            <a:r>
              <a:rPr lang="en-US" sz="1937" dirty="0"/>
              <a:t> service account, scheduled task, </a:t>
            </a:r>
            <a:r>
              <a:rPr lang="en-US" sz="1937" dirty="0" err="1"/>
              <a:t>atau</a:t>
            </a:r>
            <a:r>
              <a:rPr lang="en-US" sz="1937" dirty="0"/>
              <a:t> </a:t>
            </a:r>
            <a:r>
              <a:rPr lang="en-US" sz="1937" dirty="0" err="1"/>
              <a:t>sistem</a:t>
            </a:r>
            <a:r>
              <a:rPr lang="en-US" sz="1937" dirty="0"/>
              <a:t> </a:t>
            </a:r>
            <a:r>
              <a:rPr lang="en-US" sz="1937" dirty="0" err="1"/>
              <a:t>otomasi</a:t>
            </a:r>
            <a:r>
              <a:rPr lang="en-US" sz="1937" dirty="0"/>
              <a:t> yang </a:t>
            </a:r>
            <a:r>
              <a:rPr lang="en-US" sz="1937" dirty="0" err="1"/>
              <a:t>secara</a:t>
            </a:r>
            <a:r>
              <a:rPr lang="en-US" sz="1937" dirty="0"/>
              <a:t> </a:t>
            </a:r>
            <a:r>
              <a:rPr lang="en-US" sz="1937" dirty="0" err="1"/>
              <a:t>alami</a:t>
            </a:r>
            <a:r>
              <a:rPr lang="en-US" sz="1937" dirty="0"/>
              <a:t> </a:t>
            </a:r>
            <a:r>
              <a:rPr lang="en-US" sz="1937" dirty="0" err="1"/>
              <a:t>berjalan</a:t>
            </a:r>
            <a:r>
              <a:rPr lang="en-US" sz="1937" dirty="0"/>
              <a:t> </a:t>
            </a:r>
            <a:r>
              <a:rPr lang="en-US" sz="1937" dirty="0" err="1"/>
              <a:t>konsisten</a:t>
            </a:r>
            <a:r>
              <a:rPr lang="en-US" sz="1937" dirty="0"/>
              <a:t> dan </a:t>
            </a:r>
            <a:r>
              <a:rPr lang="en-US" sz="1937" dirty="0" err="1"/>
              <a:t>berulang</a:t>
            </a:r>
            <a:r>
              <a:rPr lang="en-US" sz="1937" dirty="0"/>
              <a:t>. </a:t>
            </a:r>
            <a:r>
              <a:rPr lang="en-US" sz="1937" dirty="0" err="1"/>
              <a:t>Namun</a:t>
            </a:r>
            <a:r>
              <a:rPr lang="en-US" sz="1937" dirty="0"/>
              <a:t>, </a:t>
            </a:r>
            <a:r>
              <a:rPr lang="en-US" sz="1937" dirty="0" err="1"/>
              <a:t>tanpa</a:t>
            </a:r>
            <a:r>
              <a:rPr lang="en-US" sz="1937" dirty="0"/>
              <a:t> </a:t>
            </a:r>
            <a:r>
              <a:rPr lang="en-US" sz="1937" dirty="0" err="1"/>
              <a:t>konteks</a:t>
            </a:r>
            <a:r>
              <a:rPr lang="en-US" sz="1937" dirty="0"/>
              <a:t> </a:t>
            </a:r>
            <a:r>
              <a:rPr lang="en-US" sz="1937" dirty="0" err="1"/>
              <a:t>tambahan</a:t>
            </a:r>
            <a:r>
              <a:rPr lang="en-US" sz="1937" dirty="0"/>
              <a:t>, </a:t>
            </a:r>
            <a:r>
              <a:rPr lang="en-US" sz="1937" dirty="0" err="1"/>
              <a:t>pola</a:t>
            </a:r>
            <a:r>
              <a:rPr lang="en-US" sz="1937" dirty="0"/>
              <a:t> </a:t>
            </a:r>
            <a:r>
              <a:rPr lang="en-US" sz="1937" dirty="0" err="1"/>
              <a:t>ini</a:t>
            </a:r>
            <a:r>
              <a:rPr lang="en-US" sz="1937" dirty="0"/>
              <a:t> </a:t>
            </a:r>
            <a:r>
              <a:rPr lang="en-US" sz="1937" dirty="0" err="1"/>
              <a:t>sulit</a:t>
            </a:r>
            <a:r>
              <a:rPr lang="en-US" sz="1937" dirty="0"/>
              <a:t> </a:t>
            </a:r>
            <a:r>
              <a:rPr lang="en-US" sz="1937" dirty="0" err="1"/>
              <a:t>dibedakan</a:t>
            </a:r>
            <a:r>
              <a:rPr lang="en-US" sz="1937" dirty="0"/>
              <a:t> </a:t>
            </a:r>
            <a:r>
              <a:rPr lang="en-US" sz="1937" dirty="0" err="1"/>
              <a:t>dari</a:t>
            </a:r>
            <a:r>
              <a:rPr lang="en-US" sz="1937" dirty="0"/>
              <a:t> </a:t>
            </a:r>
            <a:r>
              <a:rPr lang="en-US" sz="1937" dirty="0" err="1"/>
              <a:t>aktivitas</a:t>
            </a:r>
            <a:r>
              <a:rPr lang="en-US" sz="1937" dirty="0"/>
              <a:t> </a:t>
            </a:r>
            <a:r>
              <a:rPr lang="en-US" sz="1937" dirty="0" err="1"/>
              <a:t>mencurigakan</a:t>
            </a:r>
            <a:r>
              <a:rPr lang="en-US" sz="1937" dirty="0"/>
              <a:t> </a:t>
            </a:r>
            <a:r>
              <a:rPr lang="en-US" sz="1937" dirty="0" err="1"/>
              <a:t>karena</a:t>
            </a:r>
            <a:r>
              <a:rPr lang="en-US" sz="1937" dirty="0"/>
              <a:t> </a:t>
            </a:r>
            <a:r>
              <a:rPr lang="en-US" sz="1937" dirty="0" err="1"/>
              <a:t>memiliki</a:t>
            </a:r>
            <a:r>
              <a:rPr lang="en-US" sz="1937" dirty="0"/>
              <a:t> </a:t>
            </a:r>
            <a:r>
              <a:rPr lang="en-US" sz="1937" dirty="0" err="1"/>
              <a:t>karakteristik</a:t>
            </a:r>
            <a:r>
              <a:rPr lang="en-US" sz="1937" dirty="0"/>
              <a:t> yang </a:t>
            </a:r>
            <a:r>
              <a:rPr lang="en-US" sz="1937" dirty="0" err="1"/>
              <a:t>serupa</a:t>
            </a:r>
            <a:r>
              <a:rPr lang="en-US" sz="1937" dirty="0"/>
              <a:t> </a:t>
            </a:r>
            <a:r>
              <a:rPr lang="en-US" sz="1937" dirty="0" err="1"/>
              <a:t>dengan</a:t>
            </a:r>
            <a:r>
              <a:rPr lang="en-US" sz="1937" dirty="0"/>
              <a:t> </a:t>
            </a:r>
            <a:r>
              <a:rPr lang="en-US" sz="1937" dirty="0" err="1"/>
              <a:t>perilaku</a:t>
            </a:r>
            <a:r>
              <a:rPr lang="en-US" sz="1937" dirty="0"/>
              <a:t> </a:t>
            </a:r>
            <a:r>
              <a:rPr lang="en-US" sz="1937" dirty="0" err="1"/>
              <a:t>otomatis</a:t>
            </a:r>
            <a:r>
              <a:rPr lang="en-US" sz="1937" dirty="0"/>
              <a:t>.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C926A695-CA85-2B81-B456-7E59F471174A}"/>
              </a:ext>
            </a:extLst>
          </p:cNvPr>
          <p:cNvSpPr/>
          <p:nvPr/>
        </p:nvSpPr>
        <p:spPr>
          <a:xfrm>
            <a:off x="993495" y="1538646"/>
            <a:ext cx="6564593" cy="1790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062"/>
              </a:lnSpc>
            </a:pPr>
            <a:r>
              <a:rPr lang="en-US" sz="4874" b="1" dirty="0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Progress </a:t>
            </a:r>
            <a:r>
              <a:rPr lang="en-US" sz="4874" b="1" dirty="0" err="1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Eksperimen</a:t>
            </a:r>
            <a:endParaRPr lang="en-US" sz="4874" b="1" dirty="0">
              <a:solidFill>
                <a:srgbClr val="1A5094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>
              <a:lnSpc>
                <a:spcPts val="6062"/>
              </a:lnSpc>
            </a:pPr>
            <a:r>
              <a:rPr lang="en-US" sz="4874" b="1" dirty="0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&amp; Hasil</a:t>
            </a:r>
            <a:endParaRPr lang="en-US" sz="4874" dirty="0"/>
          </a:p>
        </p:txBody>
      </p:sp>
    </p:spTree>
    <p:extLst>
      <p:ext uri="{BB962C8B-B14F-4D97-AF65-F5344CB8AC3E}">
        <p14:creationId xmlns:p14="http://schemas.microsoft.com/office/powerpoint/2010/main" val="513430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296" y="2112963"/>
            <a:ext cx="7871941" cy="774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062"/>
              </a:lnSpc>
            </a:pPr>
            <a:r>
              <a:rPr lang="en-US" sz="4874" b="1" dirty="0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Insight Utama dari Penelitian</a:t>
            </a:r>
            <a:endParaRPr lang="en-US" sz="4874" dirty="0"/>
          </a:p>
        </p:txBody>
      </p:sp>
      <p:sp>
        <p:nvSpPr>
          <p:cNvPr id="3" name="Shape 1"/>
          <p:cNvSpPr/>
          <p:nvPr/>
        </p:nvSpPr>
        <p:spPr>
          <a:xfrm>
            <a:off x="2542061" y="3867677"/>
            <a:ext cx="558019" cy="558019"/>
          </a:xfrm>
          <a:prstGeom prst="roundRect">
            <a:avLst>
              <a:gd name="adj" fmla="val 18670"/>
            </a:avLst>
          </a:prstGeom>
          <a:solidFill>
            <a:srgbClr val="DCE7EF"/>
          </a:solidFill>
          <a:ln w="7620">
            <a:solidFill>
              <a:srgbClr val="C2CDD5"/>
            </a:solidFill>
            <a:prstDash val="solid"/>
          </a:ln>
        </p:spPr>
        <p:txBody>
          <a:bodyPr/>
          <a:lstStyle/>
          <a:p>
            <a:endParaRPr lang="en-ID" sz="3374"/>
          </a:p>
        </p:txBody>
      </p:sp>
      <p:sp>
        <p:nvSpPr>
          <p:cNvPr id="4" name="Text 2"/>
          <p:cNvSpPr/>
          <p:nvPr/>
        </p:nvSpPr>
        <p:spPr>
          <a:xfrm>
            <a:off x="2635064" y="3914179"/>
            <a:ext cx="372013" cy="46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875"/>
              </a:lnSpc>
            </a:pPr>
            <a:r>
              <a:rPr lang="en-US" sz="2875" b="1" dirty="0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875" dirty="0"/>
          </a:p>
        </p:txBody>
      </p:sp>
      <p:sp>
        <p:nvSpPr>
          <p:cNvPr id="5" name="Text 3"/>
          <p:cNvSpPr/>
          <p:nvPr/>
        </p:nvSpPr>
        <p:spPr>
          <a:xfrm>
            <a:off x="3347990" y="3952943"/>
            <a:ext cx="4421001" cy="472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3200" b="1" dirty="0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Pola </a:t>
            </a:r>
            <a:r>
              <a:rPr lang="en-US" sz="3200" b="1" dirty="0" err="1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Anomali</a:t>
            </a:r>
            <a:r>
              <a:rPr lang="en-US" sz="3200" b="1" dirty="0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3200" b="1" dirty="0" err="1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Terkuat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347990" y="4511418"/>
            <a:ext cx="4793941" cy="2858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Pola </a:t>
            </a:r>
            <a:r>
              <a:rPr lang="en-US" sz="24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anomali</a:t>
            </a:r>
            <a:r>
              <a:rPr lang="en-US" sz="24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terkuat</a:t>
            </a:r>
            <a:r>
              <a:rPr lang="en-US" sz="24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ditandai</a:t>
            </a:r>
            <a:r>
              <a:rPr lang="en-US" sz="24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oleh volume logon yang </a:t>
            </a:r>
            <a:r>
              <a:rPr lang="en-US" sz="24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ekstrem</a:t>
            </a:r>
            <a:r>
              <a:rPr lang="en-US" sz="24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24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variasi</a:t>
            </a:r>
            <a:r>
              <a:rPr lang="en-US" sz="24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waktu</a:t>
            </a:r>
            <a:r>
              <a:rPr lang="en-US" sz="24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akses</a:t>
            </a:r>
            <a:r>
              <a:rPr lang="en-US" sz="24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yang </a:t>
            </a:r>
            <a:r>
              <a:rPr lang="en-US" sz="24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tinggi</a:t>
            </a:r>
            <a:r>
              <a:rPr lang="en-US" sz="24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24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serta</a:t>
            </a:r>
            <a:r>
              <a:rPr lang="en-US" sz="24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aktivitas</a:t>
            </a:r>
            <a:r>
              <a:rPr lang="en-US" sz="24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lintas</a:t>
            </a:r>
            <a:r>
              <a:rPr lang="en-US" sz="24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host dan </a:t>
            </a:r>
            <a:r>
              <a:rPr lang="en-US" sz="24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alamat</a:t>
            </a:r>
            <a:r>
              <a:rPr lang="en-US" sz="24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IP.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146071" y="3867676"/>
            <a:ext cx="558019" cy="558019"/>
          </a:xfrm>
          <a:prstGeom prst="roundRect">
            <a:avLst>
              <a:gd name="adj" fmla="val 18670"/>
            </a:avLst>
          </a:prstGeom>
          <a:solidFill>
            <a:srgbClr val="DCE7EF"/>
          </a:solidFill>
          <a:ln w="7620">
            <a:solidFill>
              <a:srgbClr val="C2CDD5"/>
            </a:solidFill>
            <a:prstDash val="solid"/>
          </a:ln>
        </p:spPr>
        <p:txBody>
          <a:bodyPr/>
          <a:lstStyle/>
          <a:p>
            <a:endParaRPr lang="en-ID" sz="3374"/>
          </a:p>
        </p:txBody>
      </p:sp>
      <p:sp>
        <p:nvSpPr>
          <p:cNvPr id="8" name="Text 6"/>
          <p:cNvSpPr/>
          <p:nvPr/>
        </p:nvSpPr>
        <p:spPr>
          <a:xfrm>
            <a:off x="10239074" y="3914178"/>
            <a:ext cx="372013" cy="46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875"/>
              </a:lnSpc>
            </a:pPr>
            <a:r>
              <a:rPr lang="en-US" sz="2875" b="1" dirty="0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875" dirty="0"/>
          </a:p>
        </p:txBody>
      </p:sp>
      <p:sp>
        <p:nvSpPr>
          <p:cNvPr id="9" name="Text 7"/>
          <p:cNvSpPr/>
          <p:nvPr/>
        </p:nvSpPr>
        <p:spPr>
          <a:xfrm>
            <a:off x="10952000" y="3867827"/>
            <a:ext cx="4421150" cy="51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3200" b="1" dirty="0" err="1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Keterbatasan</a:t>
            </a:r>
            <a:r>
              <a:rPr lang="en-US" sz="3200" b="1" dirty="0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3200" b="1" dirty="0" err="1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analisis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952000" y="4511418"/>
            <a:ext cx="4421150" cy="3331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Tidak</a:t>
            </a:r>
            <a:r>
              <a:rPr lang="en-US" sz="24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semua</a:t>
            </a:r>
            <a:r>
              <a:rPr lang="en-US" sz="24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serangan</a:t>
            </a:r>
            <a:r>
              <a:rPr lang="en-US" sz="24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menghasilkan</a:t>
            </a:r>
            <a:r>
              <a:rPr lang="en-US" sz="24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anomali</a:t>
            </a:r>
            <a:r>
              <a:rPr lang="en-US" sz="24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yang </a:t>
            </a:r>
            <a:r>
              <a:rPr lang="en-US" sz="24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mencolok</a:t>
            </a:r>
            <a:r>
              <a:rPr lang="en-US" sz="24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dan </a:t>
            </a:r>
            <a:r>
              <a:rPr lang="en-US" sz="24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tidak</a:t>
            </a:r>
            <a:r>
              <a:rPr lang="en-US" sz="24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semua</a:t>
            </a:r>
            <a:r>
              <a:rPr lang="en-US" sz="24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anomali</a:t>
            </a:r>
            <a:r>
              <a:rPr lang="en-US" sz="24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dapat</a:t>
            </a:r>
            <a:r>
              <a:rPr lang="en-US" sz="24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secara</a:t>
            </a:r>
            <a:r>
              <a:rPr lang="en-US" sz="24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langsung</a:t>
            </a:r>
            <a:r>
              <a:rPr lang="en-US" sz="24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dikategorikan</a:t>
            </a:r>
            <a:r>
              <a:rPr lang="en-US" sz="24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sebagai</a:t>
            </a:r>
            <a:r>
              <a:rPr lang="en-US" sz="24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serangan</a:t>
            </a:r>
            <a:r>
              <a:rPr lang="en-US" sz="24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A53BE2C-1C5A-FF15-3EDF-14F0B1C6FF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2285" y="-503623"/>
            <a:ext cx="1828804" cy="18288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647" y="-1"/>
            <a:ext cx="6856942" cy="102854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3496" y="2324634"/>
            <a:ext cx="9444069" cy="154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6062"/>
              </a:lnSpc>
            </a:pPr>
            <a:r>
              <a:rPr lang="en-US" sz="4874" b="1" dirty="0" err="1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Rencana</a:t>
            </a:r>
            <a:r>
              <a:rPr lang="en-US" sz="4874" b="1" dirty="0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4874" b="1" dirty="0" err="1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Selanjutnya</a:t>
            </a:r>
            <a:endParaRPr lang="en-US" sz="4874" dirty="0"/>
          </a:p>
        </p:txBody>
      </p:sp>
      <p:sp>
        <p:nvSpPr>
          <p:cNvPr id="5" name="Shape 2"/>
          <p:cNvSpPr/>
          <p:nvPr/>
        </p:nvSpPr>
        <p:spPr>
          <a:xfrm>
            <a:off x="993496" y="3874589"/>
            <a:ext cx="9444069" cy="4340618"/>
          </a:xfrm>
          <a:prstGeom prst="roundRect">
            <a:avLst>
              <a:gd name="adj" fmla="val 4642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ID" sz="3374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405" y="4243626"/>
            <a:ext cx="309961" cy="2479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80056" y="4243626"/>
            <a:ext cx="7828819" cy="3717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25"/>
              </a:lnSpc>
            </a:pP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Pengembangan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selanjutnya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difokuskan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pada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peningkatan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akurasi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deteksi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serta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pengurangan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false positive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melalui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penerapan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pendekatan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yang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lebih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adaptif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dan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kontekstual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Paper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membahas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pendekatan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baru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untuk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mendeteksi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privilege escalation pada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akun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privileged, di mana data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dari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ADAudit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Plus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tidak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hanya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mengandalkan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alert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tetapi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diproses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lebih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lanjut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menggunakan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metode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machine learning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untuk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mengidentifikasi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anomali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perilaku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yang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tidak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terdeteksi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sebelumnya</a:t>
            </a:r>
            <a:r>
              <a:rPr lang="en-US" sz="1937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937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A684F5-2F9D-9D9F-2B76-F475E552375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889" y="-503623"/>
            <a:ext cx="1828804" cy="18288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3496" y="1692727"/>
            <a:ext cx="6705606" cy="774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062"/>
              </a:lnSpc>
            </a:pPr>
            <a:r>
              <a:rPr lang="en-US" sz="4874" b="1" dirty="0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Rekomendasi Keamanan</a:t>
            </a:r>
            <a:endParaRPr lang="en-US" sz="4874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679" y="3288659"/>
            <a:ext cx="620071" cy="6200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5679" y="4218691"/>
            <a:ext cx="3100653" cy="38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437" b="1" dirty="0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Keamanan Berlapis</a:t>
            </a:r>
            <a:endParaRPr lang="en-US" sz="2437" dirty="0"/>
          </a:p>
        </p:txBody>
      </p:sp>
      <p:sp>
        <p:nvSpPr>
          <p:cNvPr id="5" name="Text 2"/>
          <p:cNvSpPr/>
          <p:nvPr/>
        </p:nvSpPr>
        <p:spPr>
          <a:xfrm>
            <a:off x="1075679" y="4755134"/>
            <a:ext cx="5226930" cy="1190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25"/>
              </a:lnSpc>
            </a:pP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Terapkan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strategi </a:t>
            </a:r>
            <a:r>
              <a:rPr lang="en-US" sz="1937" i="1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defense-in-depth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serta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monitoring yang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ketat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pada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akun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dengan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hak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akses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tinggi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untuk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meminimalkan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risiko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penyalahgunaan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Selain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itu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tambahkan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i="1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awareness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dengan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mempertimbangkan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peran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pengguna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(admin, service account,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atau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pengguna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biasa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 agar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analisis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keamanan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menjadi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lebih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akurat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dan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kontekstual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937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2569" y="3288659"/>
            <a:ext cx="620071" cy="6200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12569" y="4218691"/>
            <a:ext cx="4682304" cy="38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437" b="1" dirty="0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Password Kuat &amp; Credential Guard</a:t>
            </a:r>
            <a:endParaRPr lang="en-US" sz="2437" dirty="0"/>
          </a:p>
        </p:txBody>
      </p:sp>
      <p:sp>
        <p:nvSpPr>
          <p:cNvPr id="8" name="Text 4"/>
          <p:cNvSpPr/>
          <p:nvPr/>
        </p:nvSpPr>
        <p:spPr>
          <a:xfrm>
            <a:off x="6612569" y="4755133"/>
            <a:ext cx="5227078" cy="3837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25"/>
              </a:lnSpc>
            </a:pP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Gunakan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kata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sandi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yang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kompleks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serta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aktifkan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i="1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Windows Credential Guard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untuk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melindungi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hash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kredensial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dari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potensi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pencurian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Upaya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perlu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dikombinasikan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dengan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analisis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jaringan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</a:t>
            </a:r>
            <a:r>
              <a:rPr lang="en-US" sz="1937" i="1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network analysis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 dan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pelacakan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pola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autentikasi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</a:t>
            </a:r>
            <a:r>
              <a:rPr lang="en-US" sz="1937" i="1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authentication pattern tracking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guna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meningkatkan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efektivitas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deteksi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aktivitas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mencurigakan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937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49610" y="3288659"/>
            <a:ext cx="620071" cy="62007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149609" y="4218691"/>
            <a:ext cx="4335141" cy="38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437" b="1" dirty="0">
                <a:solidFill>
                  <a:srgbClr val="020E1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Deteksi Berbasis Behavior &amp; ML</a:t>
            </a:r>
            <a:endParaRPr lang="en-US" sz="2437" dirty="0"/>
          </a:p>
        </p:txBody>
      </p:sp>
      <p:sp>
        <p:nvSpPr>
          <p:cNvPr id="11" name="Text 6"/>
          <p:cNvSpPr/>
          <p:nvPr/>
        </p:nvSpPr>
        <p:spPr>
          <a:xfrm>
            <a:off x="12149609" y="4755134"/>
            <a:ext cx="5227078" cy="1190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25"/>
              </a:lnSpc>
            </a:pP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Gunakan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pendekatan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i="1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machine learning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untuk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mendeteksi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anomali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yang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tidak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teridentifikasi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oleh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metode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i="1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rule-based detection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Selain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itu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terapkan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i="1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behavioral baseline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pada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tiap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pengguna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guna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membandingkan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pola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aktivitas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normal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dengan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perilaku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yang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menyimpang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secara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lebih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akurat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937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1A5EF5-C851-BC7C-12D4-C69E7952DD0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2285" y="-503623"/>
            <a:ext cx="1828804" cy="18288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647" y="-1"/>
            <a:ext cx="6856942" cy="102854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3496" y="2181037"/>
            <a:ext cx="6201307" cy="774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062"/>
              </a:lnSpc>
            </a:pPr>
            <a:r>
              <a:rPr lang="en-US" sz="4874" b="1" dirty="0">
                <a:solidFill>
                  <a:srgbClr val="1A509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Kesimpulan</a:t>
            </a:r>
            <a:endParaRPr lang="en-US" sz="4874" dirty="0"/>
          </a:p>
        </p:txBody>
      </p:sp>
      <p:sp>
        <p:nvSpPr>
          <p:cNvPr id="4" name="Text 1"/>
          <p:cNvSpPr/>
          <p:nvPr/>
        </p:nvSpPr>
        <p:spPr>
          <a:xfrm>
            <a:off x="1365508" y="3607038"/>
            <a:ext cx="9072055" cy="793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25"/>
              </a:lnSpc>
            </a:pP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Serangan terhadap Active Directory semakin kompleks dan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berbahaya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937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organisasi</a:t>
            </a:r>
            <a:r>
              <a:rPr lang="en-US" sz="1937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tidak bisa lagi mengandalkan deteksi berbasis log semata.</a:t>
            </a:r>
            <a:endParaRPr lang="en-US" sz="1937" dirty="0"/>
          </a:p>
        </p:txBody>
      </p:sp>
      <p:sp>
        <p:nvSpPr>
          <p:cNvPr id="5" name="Shape 2"/>
          <p:cNvSpPr/>
          <p:nvPr/>
        </p:nvSpPr>
        <p:spPr>
          <a:xfrm>
            <a:off x="993495" y="3328028"/>
            <a:ext cx="28571" cy="1351746"/>
          </a:xfrm>
          <a:prstGeom prst="rect">
            <a:avLst/>
          </a:prstGeom>
          <a:solidFill>
            <a:srgbClr val="6F9DBF"/>
          </a:solidFill>
          <a:ln/>
        </p:spPr>
        <p:txBody>
          <a:bodyPr/>
          <a:lstStyle/>
          <a:p>
            <a:endParaRPr lang="en-ID" sz="3374"/>
          </a:p>
        </p:txBody>
      </p:sp>
      <p:sp>
        <p:nvSpPr>
          <p:cNvPr id="6" name="Text 3"/>
          <p:cNvSpPr/>
          <p:nvPr/>
        </p:nvSpPr>
        <p:spPr>
          <a:xfrm>
            <a:off x="993494" y="4823373"/>
            <a:ext cx="9444069" cy="3075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Pendekatan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berbasis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log dan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deteksi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anomali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mampu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mengidentifikasi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aktivitas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tidak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wajar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dalam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skala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besar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serta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mengenali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pola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perilaku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non-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manusia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Namun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pendekatan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memiliki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keterbatasan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karena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kurang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efektif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dalam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mendeteksi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stealth attack dan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berpotensi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menghasilkan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false positive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apabila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tidak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didukung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oleh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konteks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perilaku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200" dirty="0" err="1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pengguna</a:t>
            </a:r>
            <a:r>
              <a:rPr lang="en-US" sz="2200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007780" y="8177967"/>
            <a:ext cx="3278773" cy="466356"/>
          </a:xfrm>
          <a:prstGeom prst="roundRect">
            <a:avLst>
              <a:gd name="adj" fmla="val 17872"/>
            </a:avLst>
          </a:prstGeom>
          <a:solidFill>
            <a:srgbClr val="DCE7EF"/>
          </a:solidFill>
          <a:ln/>
        </p:spPr>
        <p:txBody>
          <a:bodyPr/>
          <a:lstStyle/>
          <a:p>
            <a:endParaRPr lang="en-ID" sz="3374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6584" y="8311891"/>
            <a:ext cx="198357" cy="19835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54046" y="8252370"/>
            <a:ext cx="2683701" cy="317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62" dirty="0">
                <a:solidFill>
                  <a:srgbClr val="020E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ELECTRONICS (MDPI) 2022</a:t>
            </a:r>
            <a:endParaRPr lang="en-US" sz="1562" dirty="0"/>
          </a:p>
        </p:txBody>
      </p:sp>
      <p:sp>
        <p:nvSpPr>
          <p:cNvPr id="10" name="Shape 6"/>
          <p:cNvSpPr/>
          <p:nvPr/>
        </p:nvSpPr>
        <p:spPr>
          <a:xfrm>
            <a:off x="4410507" y="8168443"/>
            <a:ext cx="3809709" cy="485403"/>
          </a:xfrm>
          <a:prstGeom prst="roundRect">
            <a:avLst>
              <a:gd name="adj" fmla="val 17171"/>
            </a:avLst>
          </a:prstGeom>
          <a:noFill/>
          <a:ln w="7620">
            <a:solidFill>
              <a:srgbClr val="6F9DBF"/>
            </a:solidFill>
            <a:prstDash val="solid"/>
          </a:ln>
        </p:spPr>
        <p:txBody>
          <a:bodyPr/>
          <a:lstStyle/>
          <a:p>
            <a:endParaRPr lang="en-ID" sz="3374"/>
          </a:p>
        </p:txBody>
      </p:sp>
      <p:sp>
        <p:nvSpPr>
          <p:cNvPr id="11" name="Text 7"/>
          <p:cNvSpPr/>
          <p:nvPr/>
        </p:nvSpPr>
        <p:spPr>
          <a:xfrm>
            <a:off x="4568836" y="8252370"/>
            <a:ext cx="3493052" cy="317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62" dirty="0">
                <a:solidFill>
                  <a:srgbClr val="6F9D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DOI: 10.3390/ELECTRONICS11162629</a:t>
            </a:r>
            <a:endParaRPr lang="en-US" sz="1562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5A7F06-0363-19E0-8A85-210B0107B53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889" y="-503623"/>
            <a:ext cx="1828804" cy="18288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/>
          <p:cNvSpPr>
            <a:spLocks noGrp="1"/>
          </p:cNvSpPr>
          <p:nvPr>
            <p:ph type="title"/>
          </p:nvPr>
        </p:nvSpPr>
        <p:spPr>
          <a:xfrm>
            <a:off x="475989" y="682388"/>
            <a:ext cx="17336022" cy="4247995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Thank you!</a:t>
            </a:r>
            <a:br>
              <a:rPr kumimoji="1" lang="en-US" altLang="ja-JP" dirty="0"/>
            </a:br>
            <a:br>
              <a:rPr lang="en-US" altLang="ja-JP" b="1" dirty="0"/>
            </a:br>
            <a:r>
              <a:rPr lang="en-US" altLang="ja-JP" b="1" dirty="0" err="1"/>
              <a:t>Terimakasih</a:t>
            </a:r>
            <a:r>
              <a:rPr lang="en-US" altLang="ja-JP" b="1" dirty="0"/>
              <a:t> </a:t>
            </a:r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Any questions?</a:t>
            </a:r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2"/>
          </p:nvPr>
        </p:nvSpPr>
        <p:spPr>
          <a:xfrm>
            <a:off x="2946042" y="8383431"/>
            <a:ext cx="12395915" cy="1654996"/>
          </a:xfrm>
        </p:spPr>
        <p:txBody>
          <a:bodyPr/>
          <a:lstStyle/>
          <a:p>
            <a:r>
              <a:rPr kumimoji="1" lang="en-US" altLang="ja-JP" dirty="0"/>
              <a:t>[ TDAS - 8 ]</a:t>
            </a:r>
          </a:p>
          <a:p>
            <a:r>
              <a:rPr kumimoji="1" lang="en-US" altLang="ja-JP" dirty="0"/>
              <a:t>ZOOM – 23 APRIL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135354-6B18-AEE9-AD76-5EED18BB8B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2285" y="-503623"/>
            <a:ext cx="1828804" cy="182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7098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13544">
        <p15:prstTrans prst="pageCurlSingle"/>
      </p:transition>
    </mc:Choice>
    <mc:Fallback xmlns="">
      <p:transition spd="slow" advTm="1354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6AC7668-2176-E3ED-B54C-FDAA0C5FEC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242094"/>
            <a:ext cx="9534524" cy="861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604205"/>
      </p:ext>
    </p:extLst>
  </p:cSld>
  <p:clrMapOvr>
    <a:masterClrMapping/>
  </p:clrMapOvr>
</p:sld>
</file>

<file path=ppt/theme/theme1.xml><?xml version="1.0" encoding="utf-8"?>
<a:theme xmlns:a="http://schemas.openxmlformats.org/drawingml/2006/main" name="Arcturus - Content - No Header">
  <a:themeElements>
    <a:clrScheme name="Arcturus">
      <a:dk1>
        <a:srgbClr val="3B3B3B"/>
      </a:dk1>
      <a:lt1>
        <a:sysClr val="window" lastClr="FFFFFF"/>
      </a:lt1>
      <a:dk2>
        <a:srgbClr val="556272"/>
      </a:dk2>
      <a:lt2>
        <a:srgbClr val="EEECE1"/>
      </a:lt2>
      <a:accent1>
        <a:srgbClr val="4ECDC4"/>
      </a:accent1>
      <a:accent2>
        <a:srgbClr val="A3E511"/>
      </a:accent2>
      <a:accent3>
        <a:srgbClr val="FF6B6B"/>
      </a:accent3>
      <a:accent4>
        <a:srgbClr val="C54D57"/>
      </a:accent4>
      <a:accent5>
        <a:srgbClr val="1694B2"/>
      </a:accent5>
      <a:accent6>
        <a:srgbClr val="EABD00"/>
      </a:accent6>
      <a:hlink>
        <a:srgbClr val="4ECDC4"/>
      </a:hlink>
      <a:folHlink>
        <a:srgbClr val="2EA59D"/>
      </a:folHlink>
    </a:clrScheme>
    <a:fontScheme name="Arcturus">
      <a:majorFont>
        <a:latin typeface="Ubuntu Medium"/>
        <a:ea typeface="Spica Neue P Light"/>
        <a:cs typeface=""/>
      </a:majorFont>
      <a:minorFont>
        <a:latin typeface="Ubuntu"/>
        <a:ea typeface="Spica Neue P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 w="0">
          <a:noFill/>
          <a:prstDash val="solid"/>
          <a:round/>
          <a:headEnd/>
          <a:tailEnd/>
        </a:ln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algn="ctr">
          <a:defRPr kumimoji="1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rcturus - Free Layout">
  <a:themeElements>
    <a:clrScheme name="Arcturus">
      <a:dk1>
        <a:srgbClr val="3B3B3B"/>
      </a:dk1>
      <a:lt1>
        <a:sysClr val="window" lastClr="FFFFFF"/>
      </a:lt1>
      <a:dk2>
        <a:srgbClr val="556272"/>
      </a:dk2>
      <a:lt2>
        <a:srgbClr val="EEECE1"/>
      </a:lt2>
      <a:accent1>
        <a:srgbClr val="4ECDC4"/>
      </a:accent1>
      <a:accent2>
        <a:srgbClr val="A3E511"/>
      </a:accent2>
      <a:accent3>
        <a:srgbClr val="FF6B6B"/>
      </a:accent3>
      <a:accent4>
        <a:srgbClr val="C54D57"/>
      </a:accent4>
      <a:accent5>
        <a:srgbClr val="1694B2"/>
      </a:accent5>
      <a:accent6>
        <a:srgbClr val="EABD00"/>
      </a:accent6>
      <a:hlink>
        <a:srgbClr val="4ECDC4"/>
      </a:hlink>
      <a:folHlink>
        <a:srgbClr val="2EA59D"/>
      </a:folHlink>
    </a:clrScheme>
    <a:fontScheme name="Arcturus">
      <a:majorFont>
        <a:latin typeface="Ubuntu Medium"/>
        <a:ea typeface="Spica Neue P Light"/>
        <a:cs typeface=""/>
      </a:majorFont>
      <a:minorFont>
        <a:latin typeface="Ubuntu"/>
        <a:ea typeface="Spica Neue P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rcturus - Colored Background">
  <a:themeElements>
    <a:clrScheme name="Arcturus">
      <a:dk1>
        <a:srgbClr val="3B3B3B"/>
      </a:dk1>
      <a:lt1>
        <a:sysClr val="window" lastClr="FFFFFF"/>
      </a:lt1>
      <a:dk2>
        <a:srgbClr val="556272"/>
      </a:dk2>
      <a:lt2>
        <a:srgbClr val="EEECE1"/>
      </a:lt2>
      <a:accent1>
        <a:srgbClr val="4ECDC4"/>
      </a:accent1>
      <a:accent2>
        <a:srgbClr val="A3E511"/>
      </a:accent2>
      <a:accent3>
        <a:srgbClr val="FF6B6B"/>
      </a:accent3>
      <a:accent4>
        <a:srgbClr val="C54D57"/>
      </a:accent4>
      <a:accent5>
        <a:srgbClr val="1694B2"/>
      </a:accent5>
      <a:accent6>
        <a:srgbClr val="EABD00"/>
      </a:accent6>
      <a:hlink>
        <a:srgbClr val="4ECDC4"/>
      </a:hlink>
      <a:folHlink>
        <a:srgbClr val="2EA59D"/>
      </a:folHlink>
    </a:clrScheme>
    <a:fontScheme name="Arcturus">
      <a:majorFont>
        <a:latin typeface="Ubuntu Medium"/>
        <a:ea typeface="Spica Neue P Light"/>
        <a:cs typeface=""/>
      </a:majorFont>
      <a:minorFont>
        <a:latin typeface="Ubuntu"/>
        <a:ea typeface="Spica Neue P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Arcturus - Content - Right Title">
  <a:themeElements>
    <a:clrScheme name="Arcturus">
      <a:dk1>
        <a:srgbClr val="3B3B3B"/>
      </a:dk1>
      <a:lt1>
        <a:sysClr val="window" lastClr="FFFFFF"/>
      </a:lt1>
      <a:dk2>
        <a:srgbClr val="556272"/>
      </a:dk2>
      <a:lt2>
        <a:srgbClr val="EEECE1"/>
      </a:lt2>
      <a:accent1>
        <a:srgbClr val="4ECDC4"/>
      </a:accent1>
      <a:accent2>
        <a:srgbClr val="A3E511"/>
      </a:accent2>
      <a:accent3>
        <a:srgbClr val="FF6B6B"/>
      </a:accent3>
      <a:accent4>
        <a:srgbClr val="C54D57"/>
      </a:accent4>
      <a:accent5>
        <a:srgbClr val="1694B2"/>
      </a:accent5>
      <a:accent6>
        <a:srgbClr val="EABD00"/>
      </a:accent6>
      <a:hlink>
        <a:srgbClr val="4ECDC4"/>
      </a:hlink>
      <a:folHlink>
        <a:srgbClr val="2EA59D"/>
      </a:folHlink>
    </a:clrScheme>
    <a:fontScheme name="Arcturus">
      <a:majorFont>
        <a:latin typeface="Ubuntu Medium"/>
        <a:ea typeface="Spica Neue P Light"/>
        <a:cs typeface=""/>
      </a:majorFont>
      <a:minorFont>
        <a:latin typeface="Ubuntu"/>
        <a:ea typeface="Spica Neue P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Mint">
  <a:themeElements>
    <a:clrScheme name="Custom 250">
      <a:dk1>
        <a:srgbClr val="000000"/>
      </a:dk1>
      <a:lt1>
        <a:srgbClr val="FFFFFF"/>
      </a:lt1>
      <a:dk2>
        <a:srgbClr val="2D3436"/>
      </a:dk2>
      <a:lt2>
        <a:srgbClr val="DFE6E9"/>
      </a:lt2>
      <a:accent1>
        <a:srgbClr val="ABD5FF"/>
      </a:accent1>
      <a:accent2>
        <a:srgbClr val="C7E3FF"/>
      </a:accent2>
      <a:accent3>
        <a:srgbClr val="ABD5FF"/>
      </a:accent3>
      <a:accent4>
        <a:srgbClr val="A29BFE"/>
      </a:accent4>
      <a:accent5>
        <a:srgbClr val="FAB1A0"/>
      </a:accent5>
      <a:accent6>
        <a:srgbClr val="FF7675"/>
      </a:accent6>
      <a:hlink>
        <a:srgbClr val="0563C1"/>
      </a:hlink>
      <a:folHlink>
        <a:srgbClr val="954F72"/>
      </a:folHlink>
    </a:clrScheme>
    <a:fontScheme name="Custom 117">
      <a:majorFont>
        <a:latin typeface="Arial Black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09D8D52-1996-4CB9-9BE8-E4602D30649D}">
  <we:reference id="wa200005566" version="3.0.0.3" store="en-US" storeType="OMEX"/>
  <we:alternateReferences>
    <we:reference id="WA200005566" version="3.0.0.3" store="WA200005566" storeType="OMEX"/>
  </we:alternateReferences>
  <we:properties>
    <we:property name="theme" value="{&quot;name&quot;:&quot;Ice&quot;,&quot;colorPalette&quot;:[&quot;000000&quot;,&quot;FFFFFF&quot;,&quot;2D3436&quot;,&quot;DFE6E9&quot;,&quot;ABD5FF&quot;,&quot;C7E3FF&quot;,&quot;ABD5FF&quot;,&quot;A29BFE&quot;,&quot;FAB1A0&quot;,&quot;FF7675&quot;,&quot;0563C1&quot;,&quot;954F72&quot;],&quot;color&quot;:&quot;#ABD5FF&quot;,&quot;previewImages&quot;:[&quot;https://cpp.appsdowonders.com/assets/SlideTitle-mint-ice.png&quot;,&quot;https://cpp.appsdowonders.com/assets/SlideTextbox1V1-mint-ice.png&quot;,&quot;https://cpp.appsdowonders.com/assets/SlideTextbox3V1-mint-ice.png&quot;,&quot;https://cpp.appsdowonders.com/assets/SlideTable-mint-ice.png&quot;,&quot;https://cpp.appsdowonders.com/assets/SlideTimelineV1-mint-ice.png&quot;],&quot;previewAnimation&quot;:&quot;https://cpp.appsdowonders.com/assets/mint-ice-preview.gif&quot;,&quot;index&quot;:3}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8b3f5a2-2bd0-47d7-88a1-ba96d283619f" xsi:nil="true"/>
    <lcf76f155ced4ddcb4097134ff3c332f xmlns="0b878551-6eef-49a4-a409-0cbd8a1e6dc2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F5F233A89D10489A63A5C0995E4C93" ma:contentTypeVersion="13" ma:contentTypeDescription="Create a new document." ma:contentTypeScope="" ma:versionID="7b6feb04c113ee6f55ae3eeb387836f0">
  <xsd:schema xmlns:xsd="http://www.w3.org/2001/XMLSchema" xmlns:xs="http://www.w3.org/2001/XMLSchema" xmlns:p="http://schemas.microsoft.com/office/2006/metadata/properties" xmlns:ns2="0b878551-6eef-49a4-a409-0cbd8a1e6dc2" xmlns:ns3="48b3f5a2-2bd0-47d7-88a1-ba96d283619f" targetNamespace="http://schemas.microsoft.com/office/2006/metadata/properties" ma:root="true" ma:fieldsID="07c59ccda7d2dfecda5380b340126a30" ns2:_="" ns3:_="">
    <xsd:import namespace="0b878551-6eef-49a4-a409-0cbd8a1e6dc2"/>
    <xsd:import namespace="48b3f5a2-2bd0-47d7-88a1-ba96d283619f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878551-6eef-49a4-a409-0cbd8a1e6dc2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22af2abb-527b-4192-bd9c-ac4d34f7e5f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b3f5a2-2bd0-47d7-88a1-ba96d283619f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83ab26b-54fd-4a1d-9640-6a52c4fd192e}" ma:internalName="TaxCatchAll" ma:showField="CatchAllData" ma:web="48b3f5a2-2bd0-47d7-88a1-ba96d283619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902046-35E7-45CD-B8E6-41C1CACF19A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85D436E-2480-4EDB-BEB2-F3C62DBDDB1A}">
  <ds:schemaRefs>
    <ds:schemaRef ds:uri="http://schemas.microsoft.com/office/2006/metadata/properties"/>
    <ds:schemaRef ds:uri="http://schemas.microsoft.com/office/infopath/2007/PartnerControls"/>
    <ds:schemaRef ds:uri="48b3f5a2-2bd0-47d7-88a1-ba96d283619f"/>
    <ds:schemaRef ds:uri="0b878551-6eef-49a4-a409-0cbd8a1e6dc2"/>
  </ds:schemaRefs>
</ds:datastoreItem>
</file>

<file path=customXml/itemProps3.xml><?xml version="1.0" encoding="utf-8"?>
<ds:datastoreItem xmlns:ds="http://schemas.openxmlformats.org/officeDocument/2006/customXml" ds:itemID="{EBB04D2E-F2AC-4F9F-88D4-3B2472F023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b878551-6eef-49a4-a409-0cbd8a1e6dc2"/>
    <ds:schemaRef ds:uri="48b3f5a2-2bd0-47d7-88a1-ba96d28361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12183</TotalTime>
  <Words>1506</Words>
  <Application>Microsoft Office PowerPoint</Application>
  <PresentationFormat>Custom</PresentationFormat>
  <Paragraphs>205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20</vt:i4>
      </vt:variant>
    </vt:vector>
  </HeadingPairs>
  <TitlesOfParts>
    <vt:vector size="35" baseType="lpstr">
      <vt:lpstr>Arial</vt:lpstr>
      <vt:lpstr>Arial Black</vt:lpstr>
      <vt:lpstr>Barlow Bold</vt:lpstr>
      <vt:lpstr>Calibri</vt:lpstr>
      <vt:lpstr>Montserrat</vt:lpstr>
      <vt:lpstr>Symbol</vt:lpstr>
      <vt:lpstr>Ubuntu</vt:lpstr>
      <vt:lpstr>Ubuntu Medium</vt:lpstr>
      <vt:lpstr>Verdana</vt:lpstr>
      <vt:lpstr>Wingdings</vt:lpstr>
      <vt:lpstr>Arcturus - Content - No Header</vt:lpstr>
      <vt:lpstr>Arcturus - Free Layout</vt:lpstr>
      <vt:lpstr>Arcturus - Colored Background</vt:lpstr>
      <vt:lpstr>Arcturus - Content - Right Title</vt:lpstr>
      <vt:lpstr>Mint</vt:lpstr>
      <vt:lpstr> - TOPIK DALAM AUDIT SISTEM-  I|I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  Terimakasih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Arcturus</dc:title>
  <dc:creator>Jun Akizaki</dc:creator>
  <cp:lastModifiedBy>Mahathir Muhammad [MTI]</cp:lastModifiedBy>
  <cp:revision>595</cp:revision>
  <dcterms:created xsi:type="dcterms:W3CDTF">2015-08-02T15:43:04Z</dcterms:created>
  <dcterms:modified xsi:type="dcterms:W3CDTF">2026-04-23T14:13:01Z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0x010100C8F5F233A89D10489A63A5C0995E4C93</vt:lpwstr>
  </property>
  <property fmtid="{D5CDD505-2E9C-101B-9397-08002B2CF9AE}" pid="3" name="MediaServiceImageTags">
    <vt:lpwstr/>
  </property>
</Properties>
</file>